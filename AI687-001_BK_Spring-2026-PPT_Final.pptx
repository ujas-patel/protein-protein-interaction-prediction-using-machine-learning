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24"/>
  </p:notesMasterIdLst>
  <p:sldIdLst>
    <p:sldId id="258" r:id="rId2"/>
    <p:sldId id="261" r:id="rId3"/>
    <p:sldId id="273" r:id="rId4"/>
    <p:sldId id="272" r:id="rId5"/>
    <p:sldId id="283" r:id="rId6"/>
    <p:sldId id="270" r:id="rId7"/>
    <p:sldId id="284" r:id="rId8"/>
    <p:sldId id="279" r:id="rId9"/>
    <p:sldId id="264" r:id="rId10"/>
    <p:sldId id="285" r:id="rId11"/>
    <p:sldId id="289" r:id="rId12"/>
    <p:sldId id="288" r:id="rId13"/>
    <p:sldId id="290" r:id="rId14"/>
    <p:sldId id="287" r:id="rId15"/>
    <p:sldId id="291" r:id="rId16"/>
    <p:sldId id="292" r:id="rId17"/>
    <p:sldId id="265" r:id="rId18"/>
    <p:sldId id="260" r:id="rId19"/>
    <p:sldId id="266" r:id="rId20"/>
    <p:sldId id="282" r:id="rId21"/>
    <p:sldId id="271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9375C-195D-4B39-941F-A4581F167FA3}" v="97" dt="2026-04-01T20:43:08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2"/>
    <p:restoredTop sz="94721"/>
  </p:normalViewPr>
  <p:slideViewPr>
    <p:cSldViewPr snapToGrid="0" snapToObjects="1">
      <p:cViewPr varScale="1">
        <p:scale>
          <a:sx n="124" d="100"/>
          <a:sy n="124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sha patel" userId="c34796d997d7757b" providerId="LiveId" clId="{C55C47C8-8A2E-4E06-9195-1722D5D26B66}"/>
    <pc:docChg chg="undo redo custSel addSld delSld modSld sldOrd">
      <pc:chgData name="kavisha patel" userId="c34796d997d7757b" providerId="LiveId" clId="{C55C47C8-8A2E-4E06-9195-1722D5D26B66}" dt="2026-04-01T20:44:49.734" v="842" actId="478"/>
      <pc:docMkLst>
        <pc:docMk/>
      </pc:docMkLst>
      <pc:sldChg chg="addSp delSp modSp mod">
        <pc:chgData name="kavisha patel" userId="c34796d997d7757b" providerId="LiveId" clId="{C55C47C8-8A2E-4E06-9195-1722D5D26B66}" dt="2026-04-01T20:24:15.976" v="608" actId="14100"/>
        <pc:sldMkLst>
          <pc:docMk/>
          <pc:sldMk cId="3237590156" sldId="258"/>
        </pc:sldMkLst>
        <pc:spChg chg="mod">
          <ac:chgData name="kavisha patel" userId="c34796d997d7757b" providerId="LiveId" clId="{C55C47C8-8A2E-4E06-9195-1722D5D26B66}" dt="2026-04-01T19:56:53.743" v="472" actId="404"/>
          <ac:spMkLst>
            <pc:docMk/>
            <pc:sldMk cId="3237590156" sldId="258"/>
            <ac:spMk id="4" creationId="{F6E06235-B4A9-1445-B4B0-799FEB40F49A}"/>
          </ac:spMkLst>
        </pc:spChg>
        <pc:spChg chg="mod">
          <ac:chgData name="kavisha patel" userId="c34796d997d7757b" providerId="LiveId" clId="{C55C47C8-8A2E-4E06-9195-1722D5D26B66}" dt="2026-04-01T19:27:22.111" v="189" actId="14100"/>
          <ac:spMkLst>
            <pc:docMk/>
            <pc:sldMk cId="3237590156" sldId="258"/>
            <ac:spMk id="9" creationId="{A2163CFA-8E03-DC47-AB89-020E49AEA157}"/>
          </ac:spMkLst>
        </pc:spChg>
        <pc:picChg chg="del">
          <ac:chgData name="kavisha patel" userId="c34796d997d7757b" providerId="LiveId" clId="{C55C47C8-8A2E-4E06-9195-1722D5D26B66}" dt="2026-04-01T19:21:55.298" v="1" actId="478"/>
          <ac:picMkLst>
            <pc:docMk/>
            <pc:sldMk cId="3237590156" sldId="258"/>
            <ac:picMk id="3" creationId="{5D2C12F4-122F-578E-57AE-43E438E5679D}"/>
          </ac:picMkLst>
        </pc:picChg>
        <pc:picChg chg="add">
          <ac:chgData name="kavisha patel" userId="c34796d997d7757b" providerId="LiveId" clId="{C55C47C8-8A2E-4E06-9195-1722D5D26B66}" dt="2026-04-01T19:21:50.161" v="0"/>
          <ac:picMkLst>
            <pc:docMk/>
            <pc:sldMk cId="3237590156" sldId="258"/>
            <ac:picMk id="1026" creationId="{D18EAB4B-C4F9-C52A-CBAB-0F8B265349CD}"/>
          </ac:picMkLst>
        </pc:picChg>
        <pc:picChg chg="add mod">
          <ac:chgData name="kavisha patel" userId="c34796d997d7757b" providerId="LiveId" clId="{C55C47C8-8A2E-4E06-9195-1722D5D26B66}" dt="2026-04-01T20:24:15.976" v="608" actId="14100"/>
          <ac:picMkLst>
            <pc:docMk/>
            <pc:sldMk cId="3237590156" sldId="258"/>
            <ac:picMk id="1028" creationId="{4D973CF7-EB8D-8DD7-E534-2AFE5B362FF1}"/>
          </ac:picMkLst>
        </pc:picChg>
      </pc:sldChg>
      <pc:sldChg chg="delSp modSp mod">
        <pc:chgData name="kavisha patel" userId="c34796d997d7757b" providerId="LiveId" clId="{C55C47C8-8A2E-4E06-9195-1722D5D26B66}" dt="2026-04-01T20:44:49.734" v="842" actId="478"/>
        <pc:sldMkLst>
          <pc:docMk/>
          <pc:sldMk cId="2985942332" sldId="260"/>
        </pc:sldMkLst>
        <pc:graphicFrameChg chg="del modGraphic">
          <ac:chgData name="kavisha patel" userId="c34796d997d7757b" providerId="LiveId" clId="{C55C47C8-8A2E-4E06-9195-1722D5D26B66}" dt="2026-04-01T20:44:49.734" v="842" actId="478"/>
          <ac:graphicFrameMkLst>
            <pc:docMk/>
            <pc:sldMk cId="2985942332" sldId="260"/>
            <ac:graphicFrameMk id="3" creationId="{A14FD311-EBF2-D0E6-89DB-4FA3D0646404}"/>
          </ac:graphicFrameMkLst>
        </pc:graphicFrameChg>
      </pc:sldChg>
      <pc:sldChg chg="modSp mod">
        <pc:chgData name="kavisha patel" userId="c34796d997d7757b" providerId="LiveId" clId="{C55C47C8-8A2E-4E06-9195-1722D5D26B66}" dt="2026-04-01T20:40:23.612" v="797" actId="20577"/>
        <pc:sldMkLst>
          <pc:docMk/>
          <pc:sldMk cId="3375918994" sldId="261"/>
        </pc:sldMkLst>
        <pc:spChg chg="mod">
          <ac:chgData name="kavisha patel" userId="c34796d997d7757b" providerId="LiveId" clId="{C55C47C8-8A2E-4E06-9195-1722D5D26B66}" dt="2026-04-01T20:40:23.612" v="797" actId="20577"/>
          <ac:spMkLst>
            <pc:docMk/>
            <pc:sldMk cId="3375918994" sldId="261"/>
            <ac:spMk id="3" creationId="{C161BCF1-984E-8948-950A-5CD9598359EE}"/>
          </ac:spMkLst>
        </pc:spChg>
      </pc:sldChg>
      <pc:sldChg chg="modSp mod">
        <pc:chgData name="kavisha patel" userId="c34796d997d7757b" providerId="LiveId" clId="{C55C47C8-8A2E-4E06-9195-1722D5D26B66}" dt="2026-04-01T19:54:47.280" v="468" actId="20577"/>
        <pc:sldMkLst>
          <pc:docMk/>
          <pc:sldMk cId="1470020329" sldId="264"/>
        </pc:sldMkLst>
        <pc:graphicFrameChg chg="mod modGraphic">
          <ac:chgData name="kavisha patel" userId="c34796d997d7757b" providerId="LiveId" clId="{C55C47C8-8A2E-4E06-9195-1722D5D26B66}" dt="2026-04-01T19:54:47.280" v="468" actId="20577"/>
          <ac:graphicFrameMkLst>
            <pc:docMk/>
            <pc:sldMk cId="1470020329" sldId="264"/>
            <ac:graphicFrameMk id="7" creationId="{2CE5AC78-21EE-1B49-86B8-82403625B293}"/>
          </ac:graphicFrameMkLst>
        </pc:graphicFrameChg>
      </pc:sldChg>
      <pc:sldChg chg="delSp modSp mod">
        <pc:chgData name="kavisha patel" userId="c34796d997d7757b" providerId="LiveId" clId="{C55C47C8-8A2E-4E06-9195-1722D5D26B66}" dt="2026-04-01T19:58:49.676" v="480" actId="20577"/>
        <pc:sldMkLst>
          <pc:docMk/>
          <pc:sldMk cId="1110755103" sldId="266"/>
        </pc:sldMkLst>
        <pc:spChg chg="mod">
          <ac:chgData name="kavisha patel" userId="c34796d997d7757b" providerId="LiveId" clId="{C55C47C8-8A2E-4E06-9195-1722D5D26B66}" dt="2026-04-01T19:58:49.676" v="480" actId="20577"/>
          <ac:spMkLst>
            <pc:docMk/>
            <pc:sldMk cId="1110755103" sldId="266"/>
            <ac:spMk id="3" creationId="{2481C75F-C6A1-F249-8911-735ED4C2D23D}"/>
          </ac:spMkLst>
        </pc:spChg>
        <pc:spChg chg="del mod">
          <ac:chgData name="kavisha patel" userId="c34796d997d7757b" providerId="LiveId" clId="{C55C47C8-8A2E-4E06-9195-1722D5D26B66}" dt="2026-04-01T19:58:46.576" v="479" actId="478"/>
          <ac:spMkLst>
            <pc:docMk/>
            <pc:sldMk cId="1110755103" sldId="266"/>
            <ac:spMk id="4" creationId="{F0A7DF44-3DAB-B743-93F0-C6ABA765A070}"/>
          </ac:spMkLst>
        </pc:spChg>
      </pc:sldChg>
      <pc:sldChg chg="addSp delSp modSp mod">
        <pc:chgData name="kavisha patel" userId="c34796d997d7757b" providerId="LiveId" clId="{C55C47C8-8A2E-4E06-9195-1722D5D26B66}" dt="2026-04-01T20:39:37.679" v="702" actId="20577"/>
        <pc:sldMkLst>
          <pc:docMk/>
          <pc:sldMk cId="899697605" sldId="270"/>
        </pc:sldMkLst>
        <pc:spChg chg="mod">
          <ac:chgData name="kavisha patel" userId="c34796d997d7757b" providerId="LiveId" clId="{C55C47C8-8A2E-4E06-9195-1722D5D26B66}" dt="2026-04-01T20:37:47.389" v="687" actId="27636"/>
          <ac:spMkLst>
            <pc:docMk/>
            <pc:sldMk cId="899697605" sldId="270"/>
            <ac:spMk id="3" creationId="{BC50743A-09CD-414F-8C62-1F7818E595C8}"/>
          </ac:spMkLst>
        </pc:spChg>
        <pc:spChg chg="add del mod">
          <ac:chgData name="kavisha patel" userId="c34796d997d7757b" providerId="LiveId" clId="{C55C47C8-8A2E-4E06-9195-1722D5D26B66}" dt="2026-04-01T20:37:29.088" v="682" actId="26606"/>
          <ac:spMkLst>
            <pc:docMk/>
            <pc:sldMk cId="899697605" sldId="270"/>
            <ac:spMk id="4" creationId="{93CA78A6-2D82-D340-6152-BD79B90235D4}"/>
          </ac:spMkLst>
        </pc:spChg>
        <pc:spChg chg="mod">
          <ac:chgData name="kavisha patel" userId="c34796d997d7757b" providerId="LiveId" clId="{C55C47C8-8A2E-4E06-9195-1722D5D26B66}" dt="2026-04-01T20:37:47.389" v="687" actId="27636"/>
          <ac:spMkLst>
            <pc:docMk/>
            <pc:sldMk cId="899697605" sldId="270"/>
            <ac:spMk id="5" creationId="{BED9098E-5BEC-EE4C-91E9-41A1CB5F73B3}"/>
          </ac:spMkLst>
        </pc:spChg>
        <pc:spChg chg="mod">
          <ac:chgData name="kavisha patel" userId="c34796d997d7757b" providerId="LiveId" clId="{C55C47C8-8A2E-4E06-9195-1722D5D26B66}" dt="2026-04-01T20:38:07.825" v="691" actId="207"/>
          <ac:spMkLst>
            <pc:docMk/>
            <pc:sldMk cId="899697605" sldId="270"/>
            <ac:spMk id="15" creationId="{5A592D5E-3BD8-EC4C-BD33-D0A1D81B4F74}"/>
          </ac:spMkLst>
        </pc:spChg>
        <pc:graphicFrameChg chg="add mod">
          <ac:chgData name="kavisha patel" userId="c34796d997d7757b" providerId="LiveId" clId="{C55C47C8-8A2E-4E06-9195-1722D5D26B66}" dt="2026-04-01T20:37:20.498" v="681" actId="12084"/>
          <ac:graphicFrameMkLst>
            <pc:docMk/>
            <pc:sldMk cId="899697605" sldId="270"/>
            <ac:graphicFrameMk id="6" creationId="{30112AD4-C95C-4BC2-EC29-2656A2C83638}"/>
          </ac:graphicFrameMkLst>
        </pc:graphicFrameChg>
        <pc:graphicFrameChg chg="del mod modGraphic">
          <ac:chgData name="kavisha patel" userId="c34796d997d7757b" providerId="LiveId" clId="{C55C47C8-8A2E-4E06-9195-1722D5D26B66}" dt="2026-04-01T20:36:44.639" v="663" actId="478"/>
          <ac:graphicFrameMkLst>
            <pc:docMk/>
            <pc:sldMk cId="899697605" sldId="270"/>
            <ac:graphicFrameMk id="17" creationId="{0B6FB33C-D0F6-7C83-7433-E6CF4CBC2F09}"/>
          </ac:graphicFrameMkLst>
        </pc:graphicFrameChg>
        <pc:graphicFrameChg chg="add mod modGraphic">
          <ac:chgData name="kavisha patel" userId="c34796d997d7757b" providerId="LiveId" clId="{C55C47C8-8A2E-4E06-9195-1722D5D26B66}" dt="2026-04-01T20:39:37.679" v="702" actId="20577"/>
          <ac:graphicFrameMkLst>
            <pc:docMk/>
            <pc:sldMk cId="899697605" sldId="270"/>
            <ac:graphicFrameMk id="18" creationId="{C7F6AE55-1FE8-E03F-308E-CF6C76BCCDDC}"/>
          </ac:graphicFrameMkLst>
        </pc:graphicFrameChg>
      </pc:sldChg>
      <pc:sldChg chg="modSp">
        <pc:chgData name="kavisha patel" userId="c34796d997d7757b" providerId="LiveId" clId="{C55C47C8-8A2E-4E06-9195-1722D5D26B66}" dt="2026-04-01T19:54:40.463" v="466" actId="18714"/>
        <pc:sldMkLst>
          <pc:docMk/>
          <pc:sldMk cId="3757677090" sldId="272"/>
        </pc:sldMkLst>
        <pc:graphicFrameChg chg="mod">
          <ac:chgData name="kavisha patel" userId="c34796d997d7757b" providerId="LiveId" clId="{C55C47C8-8A2E-4E06-9195-1722D5D26B66}" dt="2026-04-01T19:54:40.463" v="466" actId="18714"/>
          <ac:graphicFrameMkLst>
            <pc:docMk/>
            <pc:sldMk cId="3757677090" sldId="272"/>
            <ac:graphicFrameMk id="6" creationId="{87BA042F-CBE3-E0DA-C8CF-85338570F83D}"/>
          </ac:graphicFrameMkLst>
        </pc:graphicFrameChg>
      </pc:sldChg>
      <pc:sldChg chg="addSp modSp mod">
        <pc:chgData name="kavisha patel" userId="c34796d997d7757b" providerId="LiveId" clId="{C55C47C8-8A2E-4E06-9195-1722D5D26B66}" dt="2026-04-01T20:23:31.951" v="602" actId="14100"/>
        <pc:sldMkLst>
          <pc:docMk/>
          <pc:sldMk cId="3624884360" sldId="273"/>
        </pc:sldMkLst>
        <pc:spChg chg="mod">
          <ac:chgData name="kavisha patel" userId="c34796d997d7757b" providerId="LiveId" clId="{C55C47C8-8A2E-4E06-9195-1722D5D26B66}" dt="2026-04-01T20:23:22.909" v="600" actId="14100"/>
          <ac:spMkLst>
            <pc:docMk/>
            <pc:sldMk cId="3624884360" sldId="273"/>
            <ac:spMk id="3" creationId="{C161BCF1-984E-8948-950A-5CD9598359EE}"/>
          </ac:spMkLst>
        </pc:spChg>
        <pc:picChg chg="mod">
          <ac:chgData name="kavisha patel" userId="c34796d997d7757b" providerId="LiveId" clId="{C55C47C8-8A2E-4E06-9195-1722D5D26B66}" dt="2026-04-01T20:23:31.951" v="602" actId="14100"/>
          <ac:picMkLst>
            <pc:docMk/>
            <pc:sldMk cId="3624884360" sldId="273"/>
            <ac:picMk id="4" creationId="{A7DA8F04-5398-0118-0A7F-7E86776ED8DA}"/>
          </ac:picMkLst>
        </pc:picChg>
        <pc:picChg chg="add mod">
          <ac:chgData name="kavisha patel" userId="c34796d997d7757b" providerId="LiveId" clId="{C55C47C8-8A2E-4E06-9195-1722D5D26B66}" dt="2026-04-01T20:23:26.179" v="601" actId="14100"/>
          <ac:picMkLst>
            <pc:docMk/>
            <pc:sldMk cId="3624884360" sldId="273"/>
            <ac:picMk id="6" creationId="{486C0327-ED45-669A-A6CE-3CFD5D302827}"/>
          </ac:picMkLst>
        </pc:picChg>
      </pc:sldChg>
      <pc:sldChg chg="add del">
        <pc:chgData name="kavisha patel" userId="c34796d997d7757b" providerId="LiveId" clId="{C55C47C8-8A2E-4E06-9195-1722D5D26B66}" dt="2026-04-01T20:23:38.551" v="603" actId="47"/>
        <pc:sldMkLst>
          <pc:docMk/>
          <pc:sldMk cId="722533036" sldId="275"/>
        </pc:sldMkLst>
      </pc:sldChg>
      <pc:sldChg chg="del">
        <pc:chgData name="kavisha patel" userId="c34796d997d7757b" providerId="LiveId" clId="{C55C47C8-8A2E-4E06-9195-1722D5D26B66}" dt="2026-04-01T20:30:47.160" v="637" actId="47"/>
        <pc:sldMkLst>
          <pc:docMk/>
          <pc:sldMk cId="1260067418" sldId="276"/>
        </pc:sldMkLst>
      </pc:sldChg>
      <pc:sldChg chg="del">
        <pc:chgData name="kavisha patel" userId="c34796d997d7757b" providerId="LiveId" clId="{C55C47C8-8A2E-4E06-9195-1722D5D26B66}" dt="2026-04-01T20:30:49.072" v="638" actId="47"/>
        <pc:sldMkLst>
          <pc:docMk/>
          <pc:sldMk cId="4140116058" sldId="277"/>
        </pc:sldMkLst>
      </pc:sldChg>
      <pc:sldChg chg="del">
        <pc:chgData name="kavisha patel" userId="c34796d997d7757b" providerId="LiveId" clId="{C55C47C8-8A2E-4E06-9195-1722D5D26B66}" dt="2026-04-01T20:30:50.510" v="639" actId="47"/>
        <pc:sldMkLst>
          <pc:docMk/>
          <pc:sldMk cId="1374304448" sldId="278"/>
        </pc:sldMkLst>
      </pc:sldChg>
      <pc:sldChg chg="addSp delSp modSp mod">
        <pc:chgData name="kavisha patel" userId="c34796d997d7757b" providerId="LiveId" clId="{C55C47C8-8A2E-4E06-9195-1722D5D26B66}" dt="2026-04-01T20:42:51.850" v="821" actId="2711"/>
        <pc:sldMkLst>
          <pc:docMk/>
          <pc:sldMk cId="703346354" sldId="279"/>
        </pc:sldMkLst>
        <pc:spChg chg="add del mod">
          <ac:chgData name="kavisha patel" userId="c34796d997d7757b" providerId="LiveId" clId="{C55C47C8-8A2E-4E06-9195-1722D5D26B66}" dt="2026-04-01T20:16:33.872" v="568" actId="478"/>
          <ac:spMkLst>
            <pc:docMk/>
            <pc:sldMk cId="703346354" sldId="279"/>
            <ac:spMk id="4" creationId="{EC3A4511-F798-8805-5DF0-FE482AEB700A}"/>
          </ac:spMkLst>
        </pc:spChg>
        <pc:spChg chg="add del mod">
          <ac:chgData name="kavisha patel" userId="c34796d997d7757b" providerId="LiveId" clId="{C55C47C8-8A2E-4E06-9195-1722D5D26B66}" dt="2026-04-01T20:13:39.435" v="561" actId="478"/>
          <ac:spMkLst>
            <pc:docMk/>
            <pc:sldMk cId="703346354" sldId="279"/>
            <ac:spMk id="6" creationId="{A9977EB9-2C75-7A54-57AC-3BA03A6EF27C}"/>
          </ac:spMkLst>
        </pc:spChg>
        <pc:graphicFrameChg chg="add del mod">
          <ac:chgData name="kavisha patel" userId="c34796d997d7757b" providerId="LiveId" clId="{C55C47C8-8A2E-4E06-9195-1722D5D26B66}" dt="2026-04-01T20:13:38.621" v="559" actId="3680"/>
          <ac:graphicFrameMkLst>
            <pc:docMk/>
            <pc:sldMk cId="703346354" sldId="279"/>
            <ac:graphicFrameMk id="7" creationId="{C0873671-BC47-C96C-0EAC-A86975E3D164}"/>
          </ac:graphicFrameMkLst>
        </pc:graphicFrameChg>
        <pc:graphicFrameChg chg="add del mod">
          <ac:chgData name="kavisha patel" userId="c34796d997d7757b" providerId="LiveId" clId="{C55C47C8-8A2E-4E06-9195-1722D5D26B66}" dt="2026-04-01T20:18:21.072" v="570" actId="478"/>
          <ac:graphicFrameMkLst>
            <pc:docMk/>
            <pc:sldMk cId="703346354" sldId="279"/>
            <ac:graphicFrameMk id="8" creationId="{9A110BFA-2E44-F3C5-5438-119C2EB01BFF}"/>
          </ac:graphicFrameMkLst>
        </pc:graphicFrameChg>
        <pc:graphicFrameChg chg="add mod modGraphic">
          <ac:chgData name="kavisha patel" userId="c34796d997d7757b" providerId="LiveId" clId="{C55C47C8-8A2E-4E06-9195-1722D5D26B66}" dt="2026-04-01T20:42:51.850" v="821" actId="2711"/>
          <ac:graphicFrameMkLst>
            <pc:docMk/>
            <pc:sldMk cId="703346354" sldId="279"/>
            <ac:graphicFrameMk id="9" creationId="{0EFF9D7C-E67B-3E2B-2E5B-D106EEB2570F}"/>
          </ac:graphicFrameMkLst>
        </pc:graphicFrameChg>
      </pc:sldChg>
      <pc:sldChg chg="addSp delSp modSp mod">
        <pc:chgData name="kavisha patel" userId="c34796d997d7757b" providerId="LiveId" clId="{C55C47C8-8A2E-4E06-9195-1722D5D26B66}" dt="2026-04-01T20:43:18.509" v="825" actId="478"/>
        <pc:sldMkLst>
          <pc:docMk/>
          <pc:sldMk cId="4129589581" sldId="280"/>
        </pc:sldMkLst>
        <pc:spChg chg="mod">
          <ac:chgData name="kavisha patel" userId="c34796d997d7757b" providerId="LiveId" clId="{C55C47C8-8A2E-4E06-9195-1722D5D26B66}" dt="2026-04-01T19:45:11.145" v="463" actId="20577"/>
          <ac:spMkLst>
            <pc:docMk/>
            <pc:sldMk cId="4129589581" sldId="280"/>
            <ac:spMk id="3" creationId="{965D7705-471E-51FE-9B66-AF8065192C68}"/>
          </ac:spMkLst>
        </pc:spChg>
        <pc:spChg chg="add del mod">
          <ac:chgData name="kavisha patel" userId="c34796d997d7757b" providerId="LiveId" clId="{C55C47C8-8A2E-4E06-9195-1722D5D26B66}" dt="2026-04-01T20:43:18.509" v="825" actId="478"/>
          <ac:spMkLst>
            <pc:docMk/>
            <pc:sldMk cId="4129589581" sldId="280"/>
            <ac:spMk id="5" creationId="{02391241-96FF-195D-1D4B-355D15865201}"/>
          </ac:spMkLst>
        </pc:spChg>
        <pc:graphicFrameChg chg="del mod">
          <ac:chgData name="kavisha patel" userId="c34796d997d7757b" providerId="LiveId" clId="{C55C47C8-8A2E-4E06-9195-1722D5D26B66}" dt="2026-04-01T20:43:13.734" v="824" actId="478"/>
          <ac:graphicFrameMkLst>
            <pc:docMk/>
            <pc:sldMk cId="4129589581" sldId="280"/>
            <ac:graphicFrameMk id="6" creationId="{94A2738D-FA59-FA34-7E14-883B66EA8345}"/>
          </ac:graphicFrameMkLst>
        </pc:graphicFrameChg>
      </pc:sldChg>
      <pc:sldChg chg="addSp delSp modSp mod">
        <pc:chgData name="kavisha patel" userId="c34796d997d7757b" providerId="LiveId" clId="{C55C47C8-8A2E-4E06-9195-1722D5D26B66}" dt="2026-04-01T19:39:38.582" v="433"/>
        <pc:sldMkLst>
          <pc:docMk/>
          <pc:sldMk cId="2845877837" sldId="281"/>
        </pc:sldMkLst>
        <pc:spChg chg="mod">
          <ac:chgData name="kavisha patel" userId="c34796d997d7757b" providerId="LiveId" clId="{C55C47C8-8A2E-4E06-9195-1722D5D26B66}" dt="2026-04-01T19:24:04.720" v="102"/>
          <ac:spMkLst>
            <pc:docMk/>
            <pc:sldMk cId="2845877837" sldId="281"/>
            <ac:spMk id="4" creationId="{1B3E12F4-9F2C-A8C5-5A00-16F8A13A0F1D}"/>
          </ac:spMkLst>
        </pc:spChg>
        <pc:spChg chg="add del mod">
          <ac:chgData name="kavisha patel" userId="c34796d997d7757b" providerId="LiveId" clId="{C55C47C8-8A2E-4E06-9195-1722D5D26B66}" dt="2026-04-01T19:33:29.036" v="331" actId="478"/>
          <ac:spMkLst>
            <pc:docMk/>
            <pc:sldMk cId="2845877837" sldId="281"/>
            <ac:spMk id="5" creationId="{5AF28B54-6ED1-2B79-06DF-5493B89903DB}"/>
          </ac:spMkLst>
        </pc:spChg>
        <pc:spChg chg="mod">
          <ac:chgData name="kavisha patel" userId="c34796d997d7757b" providerId="LiveId" clId="{C55C47C8-8A2E-4E06-9195-1722D5D26B66}" dt="2026-04-01T19:24:04.720" v="102"/>
          <ac:spMkLst>
            <pc:docMk/>
            <pc:sldMk cId="2845877837" sldId="281"/>
            <ac:spMk id="6" creationId="{EB6CB45D-A8EF-885F-D8C9-2271A3B8B1BD}"/>
          </ac:spMkLst>
        </pc:spChg>
        <pc:spChg chg="mod">
          <ac:chgData name="kavisha patel" userId="c34796d997d7757b" providerId="LiveId" clId="{C55C47C8-8A2E-4E06-9195-1722D5D26B66}" dt="2026-04-01T19:33:02.625" v="325" actId="21"/>
          <ac:spMkLst>
            <pc:docMk/>
            <pc:sldMk cId="2845877837" sldId="281"/>
            <ac:spMk id="16" creationId="{EEE33D1E-014E-22B9-7B72-765354BC012F}"/>
          </ac:spMkLst>
        </pc:spChg>
        <pc:spChg chg="del mod topLvl">
          <ac:chgData name="kavisha patel" userId="c34796d997d7757b" providerId="LiveId" clId="{C55C47C8-8A2E-4E06-9195-1722D5D26B66}" dt="2026-04-01T19:33:29.036" v="331" actId="478"/>
          <ac:spMkLst>
            <pc:docMk/>
            <pc:sldMk cId="2845877837" sldId="281"/>
            <ac:spMk id="17" creationId="{2786A148-E7AB-717D-EBA8-5545084B4096}"/>
          </ac:spMkLst>
        </pc:spChg>
        <pc:spChg chg="del topLvl">
          <ac:chgData name="kavisha patel" userId="c34796d997d7757b" providerId="LiveId" clId="{C55C47C8-8A2E-4E06-9195-1722D5D26B66}" dt="2026-04-01T19:27:51.299" v="213" actId="478"/>
          <ac:spMkLst>
            <pc:docMk/>
            <pc:sldMk cId="2845877837" sldId="281"/>
            <ac:spMk id="18" creationId="{5B30F69A-0BA8-B6F2-015F-AB578142BF4F}"/>
          </ac:spMkLst>
        </pc:spChg>
        <pc:spChg chg="mod">
          <ac:chgData name="kavisha patel" userId="c34796d997d7757b" providerId="LiveId" clId="{C55C47C8-8A2E-4E06-9195-1722D5D26B66}" dt="2026-04-01T19:32:56.866" v="321" actId="21"/>
          <ac:spMkLst>
            <pc:docMk/>
            <pc:sldMk cId="2845877837" sldId="281"/>
            <ac:spMk id="20" creationId="{42FD5B82-6641-95A1-5674-8DE285FF928B}"/>
          </ac:spMkLst>
        </pc:spChg>
        <pc:spChg chg="mod">
          <ac:chgData name="kavisha patel" userId="c34796d997d7757b" providerId="LiveId" clId="{C55C47C8-8A2E-4E06-9195-1722D5D26B66}" dt="2026-04-01T19:32:50.931" v="318" actId="21"/>
          <ac:spMkLst>
            <pc:docMk/>
            <pc:sldMk cId="2845877837" sldId="281"/>
            <ac:spMk id="22" creationId="{13A40AD6-0C8C-4D49-75EE-3B0893AF40A0}"/>
          </ac:spMkLst>
        </pc:spChg>
        <pc:spChg chg="add del mod topLvl">
          <ac:chgData name="kavisha patel" userId="c34796d997d7757b" providerId="LiveId" clId="{C55C47C8-8A2E-4E06-9195-1722D5D26B66}" dt="2026-04-01T19:27:16.500" v="186" actId="478"/>
          <ac:spMkLst>
            <pc:docMk/>
            <pc:sldMk cId="2845877837" sldId="281"/>
            <ac:spMk id="23" creationId="{C3C775A8-C937-8532-E22A-9C3853DFDB83}"/>
          </ac:spMkLst>
        </pc:spChg>
        <pc:spChg chg="add del mod topLvl">
          <ac:chgData name="kavisha patel" userId="c34796d997d7757b" providerId="LiveId" clId="{C55C47C8-8A2E-4E06-9195-1722D5D26B66}" dt="2026-04-01T19:32:48.320" v="317" actId="20577"/>
          <ac:spMkLst>
            <pc:docMk/>
            <pc:sldMk cId="2845877837" sldId="281"/>
            <ac:spMk id="24" creationId="{46D84432-D311-F2C7-6427-B1A47BE5FA39}"/>
          </ac:spMkLst>
        </pc:spChg>
        <pc:spChg chg="mod topLvl">
          <ac:chgData name="kavisha patel" userId="c34796d997d7757b" providerId="LiveId" clId="{C55C47C8-8A2E-4E06-9195-1722D5D26B66}" dt="2026-04-01T19:27:16.294" v="185" actId="478"/>
          <ac:spMkLst>
            <pc:docMk/>
            <pc:sldMk cId="2845877837" sldId="281"/>
            <ac:spMk id="25" creationId="{D799EFC4-2090-BC5F-FD65-02D4D76CDA12}"/>
          </ac:spMkLst>
        </pc:spChg>
        <pc:spChg chg="add del mod topLvl">
          <ac:chgData name="kavisha patel" userId="c34796d997d7757b" providerId="LiveId" clId="{C55C47C8-8A2E-4E06-9195-1722D5D26B66}" dt="2026-04-01T19:32:33.449" v="312" actId="21"/>
          <ac:spMkLst>
            <pc:docMk/>
            <pc:sldMk cId="2845877837" sldId="281"/>
            <ac:spMk id="26" creationId="{8C0653AE-BCAD-33FF-F4F4-B278A81BC9B0}"/>
          </ac:spMkLst>
        </pc:spChg>
        <pc:grpChg chg="add mod">
          <ac:chgData name="kavisha patel" userId="c34796d997d7757b" providerId="LiveId" clId="{C55C47C8-8A2E-4E06-9195-1722D5D26B66}" dt="2026-04-01T19:24:04.720" v="102"/>
          <ac:grpSpMkLst>
            <pc:docMk/>
            <pc:sldMk cId="2845877837" sldId="281"/>
            <ac:grpSpMk id="3" creationId="{0D56400B-AA5C-3C18-0FEB-00730FE63349}"/>
          </ac:grpSpMkLst>
        </pc:grpChg>
        <pc:grpChg chg="add del">
          <ac:chgData name="kavisha patel" userId="c34796d997d7757b" providerId="LiveId" clId="{C55C47C8-8A2E-4E06-9195-1722D5D26B66}" dt="2026-04-01T19:33:29.036" v="331" actId="478"/>
          <ac:grpSpMkLst>
            <pc:docMk/>
            <pc:sldMk cId="2845877837" sldId="281"/>
            <ac:grpSpMk id="8" creationId="{0549B791-06D4-FE1D-EC05-4A6916AF9BDB}"/>
          </ac:grpSpMkLst>
        </pc:grpChg>
        <pc:grpChg chg="add del">
          <ac:chgData name="kavisha patel" userId="c34796d997d7757b" providerId="LiveId" clId="{C55C47C8-8A2E-4E06-9195-1722D5D26B66}" dt="2026-04-01T19:33:29.036" v="331" actId="478"/>
          <ac:grpSpMkLst>
            <pc:docMk/>
            <pc:sldMk cId="2845877837" sldId="281"/>
            <ac:grpSpMk id="9" creationId="{5AC4251E-070E-9163-AA73-663BCFE98A73}"/>
          </ac:grpSpMkLst>
        </pc:grpChg>
        <pc:grpChg chg="add del mod">
          <ac:chgData name="kavisha patel" userId="c34796d997d7757b" providerId="LiveId" clId="{C55C47C8-8A2E-4E06-9195-1722D5D26B66}" dt="2026-04-01T19:33:29.036" v="331" actId="478"/>
          <ac:grpSpMkLst>
            <pc:docMk/>
            <pc:sldMk cId="2845877837" sldId="281"/>
            <ac:grpSpMk id="10" creationId="{47999458-E134-AFEE-163E-E0DC0826B2D1}"/>
          </ac:grpSpMkLst>
        </pc:grpChg>
        <pc:grpChg chg="add del mod">
          <ac:chgData name="kavisha patel" userId="c34796d997d7757b" providerId="LiveId" clId="{C55C47C8-8A2E-4E06-9195-1722D5D26B66}" dt="2026-04-01T19:33:11.367" v="328" actId="478"/>
          <ac:grpSpMkLst>
            <pc:docMk/>
            <pc:sldMk cId="2845877837" sldId="281"/>
            <ac:grpSpMk id="11" creationId="{B8C64A86-C2B8-377F-E20E-B77053D575D1}"/>
          </ac:grpSpMkLst>
        </pc:grpChg>
        <pc:grpChg chg="add del mod">
          <ac:chgData name="kavisha patel" userId="c34796d997d7757b" providerId="LiveId" clId="{C55C47C8-8A2E-4E06-9195-1722D5D26B66}" dt="2026-04-01T19:27:51.299" v="213" actId="478"/>
          <ac:grpSpMkLst>
            <pc:docMk/>
            <pc:sldMk cId="2845877837" sldId="281"/>
            <ac:grpSpMk id="12" creationId="{1AA5FA07-BE72-400D-32C0-039C35ED794E}"/>
          </ac:grpSpMkLst>
        </pc:grpChg>
        <pc:grpChg chg="add del mod">
          <ac:chgData name="kavisha patel" userId="c34796d997d7757b" providerId="LiveId" clId="{C55C47C8-8A2E-4E06-9195-1722D5D26B66}" dt="2026-04-01T19:33:29.036" v="331" actId="478"/>
          <ac:grpSpMkLst>
            <pc:docMk/>
            <pc:sldMk cId="2845877837" sldId="281"/>
            <ac:grpSpMk id="13" creationId="{87DCBD62-3BF3-8F49-6227-5660F49967D5}"/>
          </ac:grpSpMkLst>
        </pc:grpChg>
        <pc:graphicFrameChg chg="add del mod modGraphic">
          <ac:chgData name="kavisha patel" userId="c34796d997d7757b" providerId="LiveId" clId="{C55C47C8-8A2E-4E06-9195-1722D5D26B66}" dt="2026-04-01T19:27:14.978" v="181" actId="1032"/>
          <ac:graphicFrameMkLst>
            <pc:docMk/>
            <pc:sldMk cId="2845877837" sldId="281"/>
            <ac:graphicFrameMk id="7" creationId="{89ABDB8F-1849-2CF1-F28F-971E2FE5FBD6}"/>
          </ac:graphicFrameMkLst>
        </pc:graphicFrameChg>
        <pc:graphicFrameChg chg="add del">
          <ac:chgData name="kavisha patel" userId="c34796d997d7757b" providerId="LiveId" clId="{C55C47C8-8A2E-4E06-9195-1722D5D26B66}" dt="2026-04-01T19:32:14.007" v="309" actId="3680"/>
          <ac:graphicFrameMkLst>
            <pc:docMk/>
            <pc:sldMk cId="2845877837" sldId="281"/>
            <ac:graphicFrameMk id="27" creationId="{73EE4030-3E71-6CDB-DD93-FA6F37573F9B}"/>
          </ac:graphicFrameMkLst>
        </pc:graphicFrameChg>
        <pc:graphicFrameChg chg="add del mod modGraphic">
          <ac:chgData name="kavisha patel" userId="c34796d997d7757b" providerId="LiveId" clId="{C55C47C8-8A2E-4E06-9195-1722D5D26B66}" dt="2026-04-01T19:33:20.061" v="330" actId="21"/>
          <ac:graphicFrameMkLst>
            <pc:docMk/>
            <pc:sldMk cId="2845877837" sldId="281"/>
            <ac:graphicFrameMk id="28" creationId="{970F7899-3DA3-7ECA-D786-A2E183C1C133}"/>
          </ac:graphicFrameMkLst>
        </pc:graphicFrameChg>
        <pc:graphicFrameChg chg="add mod modGraphic">
          <ac:chgData name="kavisha patel" userId="c34796d997d7757b" providerId="LiveId" clId="{C55C47C8-8A2E-4E06-9195-1722D5D26B66}" dt="2026-04-01T19:39:38.582" v="433"/>
          <ac:graphicFrameMkLst>
            <pc:docMk/>
            <pc:sldMk cId="2845877837" sldId="281"/>
            <ac:graphicFrameMk id="29" creationId="{970F7899-3DA3-7ECA-D786-A2E183C1C133}"/>
          </ac:graphicFrameMkLst>
        </pc:graphicFrameChg>
      </pc:sldChg>
      <pc:sldChg chg="addSp delSp modSp mod">
        <pc:chgData name="kavisha patel" userId="c34796d997d7757b" providerId="LiveId" clId="{C55C47C8-8A2E-4E06-9195-1722D5D26B66}" dt="2026-04-01T20:00:29.926" v="487" actId="478"/>
        <pc:sldMkLst>
          <pc:docMk/>
          <pc:sldMk cId="3296327327" sldId="282"/>
        </pc:sldMkLst>
        <pc:spChg chg="add del">
          <ac:chgData name="kavisha patel" userId="c34796d997d7757b" providerId="LiveId" clId="{C55C47C8-8A2E-4E06-9195-1722D5D26B66}" dt="2026-04-01T20:00:18.722" v="484" actId="478"/>
          <ac:spMkLst>
            <pc:docMk/>
            <pc:sldMk cId="3296327327" sldId="282"/>
            <ac:spMk id="2" creationId="{7873FBDD-1E50-BFB9-AC66-E2BAC292EB78}"/>
          </ac:spMkLst>
        </pc:spChg>
        <pc:spChg chg="add del mod">
          <ac:chgData name="kavisha patel" userId="c34796d997d7757b" providerId="LiveId" clId="{C55C47C8-8A2E-4E06-9195-1722D5D26B66}" dt="2026-04-01T20:00:18.722" v="484" actId="478"/>
          <ac:spMkLst>
            <pc:docMk/>
            <pc:sldMk cId="3296327327" sldId="282"/>
            <ac:spMk id="3" creationId="{F467F9C2-D2AD-341F-F9E2-B1FD53596E6B}"/>
          </ac:spMkLst>
        </pc:spChg>
        <pc:spChg chg="add del mod">
          <ac:chgData name="kavisha patel" userId="c34796d997d7757b" providerId="LiveId" clId="{C55C47C8-8A2E-4E06-9195-1722D5D26B66}" dt="2026-04-01T20:00:29.926" v="487" actId="478"/>
          <ac:spMkLst>
            <pc:docMk/>
            <pc:sldMk cId="3296327327" sldId="282"/>
            <ac:spMk id="4" creationId="{DAEC2A7A-9A42-21A4-B195-6BDA6946E735}"/>
          </ac:spMkLst>
        </pc:spChg>
        <pc:spChg chg="add del mod">
          <ac:chgData name="kavisha patel" userId="c34796d997d7757b" providerId="LiveId" clId="{C55C47C8-8A2E-4E06-9195-1722D5D26B66}" dt="2026-04-01T20:00:18.722" v="484" actId="478"/>
          <ac:spMkLst>
            <pc:docMk/>
            <pc:sldMk cId="3296327327" sldId="282"/>
            <ac:spMk id="6" creationId="{8FAB23A9-3291-E03E-527C-DDF3FD553722}"/>
          </ac:spMkLst>
        </pc:spChg>
        <pc:spChg chg="add del">
          <ac:chgData name="kavisha patel" userId="c34796d997d7757b" providerId="LiveId" clId="{C55C47C8-8A2E-4E06-9195-1722D5D26B66}" dt="2026-04-01T20:00:18.722" v="484" actId="478"/>
          <ac:spMkLst>
            <pc:docMk/>
            <pc:sldMk cId="3296327327" sldId="282"/>
            <ac:spMk id="7" creationId="{27358490-A3C1-E687-78BA-162CA9D5AFF1}"/>
          </ac:spMkLst>
        </pc:spChg>
      </pc:sldChg>
      <pc:sldChg chg="modSp mod ord">
        <pc:chgData name="kavisha patel" userId="c34796d997d7757b" providerId="LiveId" clId="{C55C47C8-8A2E-4E06-9195-1722D5D26B66}" dt="2026-04-01T20:42:25.326" v="818" actId="14734"/>
        <pc:sldMkLst>
          <pc:docMk/>
          <pc:sldMk cId="4008617210" sldId="283"/>
        </pc:sldMkLst>
        <pc:spChg chg="mod">
          <ac:chgData name="kavisha patel" userId="c34796d997d7757b" providerId="LiveId" clId="{C55C47C8-8A2E-4E06-9195-1722D5D26B66}" dt="2026-04-01T20:30:37.286" v="634"/>
          <ac:spMkLst>
            <pc:docMk/>
            <pc:sldMk cId="4008617210" sldId="283"/>
            <ac:spMk id="3" creationId="{5DC4DDEA-BC1F-CCF7-F789-F506207F3A93}"/>
          </ac:spMkLst>
        </pc:spChg>
        <pc:graphicFrameChg chg="mod modGraphic">
          <ac:chgData name="kavisha patel" userId="c34796d997d7757b" providerId="LiveId" clId="{C55C47C8-8A2E-4E06-9195-1722D5D26B66}" dt="2026-04-01T20:42:25.326" v="818" actId="14734"/>
          <ac:graphicFrameMkLst>
            <pc:docMk/>
            <pc:sldMk cId="4008617210" sldId="283"/>
            <ac:graphicFrameMk id="5" creationId="{4B7448D9-15DD-9673-3DB4-BCA46F519EFA}"/>
          </ac:graphicFrameMkLst>
        </pc:graphicFrameChg>
      </pc:sldChg>
      <pc:sldChg chg="modSp mod ord">
        <pc:chgData name="kavisha patel" userId="c34796d997d7757b" providerId="LiveId" clId="{C55C47C8-8A2E-4E06-9195-1722D5D26B66}" dt="2026-04-01T20:42:34.364" v="820"/>
        <pc:sldMkLst>
          <pc:docMk/>
          <pc:sldMk cId="3560424022" sldId="284"/>
        </pc:sldMkLst>
        <pc:spChg chg="mod">
          <ac:chgData name="kavisha patel" userId="c34796d997d7757b" providerId="LiveId" clId="{C55C47C8-8A2E-4E06-9195-1722D5D26B66}" dt="2026-04-01T20:08:26.861" v="548" actId="27636"/>
          <ac:spMkLst>
            <pc:docMk/>
            <pc:sldMk cId="3560424022" sldId="284"/>
            <ac:spMk id="4" creationId="{723EA7CD-2B5B-6724-E609-42E5D350AD5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C8592-2403-4271-B6E6-71339C92128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F340CD1-A027-4653-B961-1ED4CBAFF67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PPIs are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essential for almost all cellular processes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including signal transduction, metabolism, gene regulation, and immune responses.</a:t>
          </a:r>
        </a:p>
      </dgm:t>
    </dgm:pt>
    <dgm:pt modelId="{098C02B1-3CF5-46A2-BB2F-A30A6FA67516}" type="parTrans" cxnId="{19672255-A07D-4D29-8374-7C175F579DC0}">
      <dgm:prSet/>
      <dgm:spPr/>
      <dgm:t>
        <a:bodyPr/>
        <a:lstStyle/>
        <a:p>
          <a:endParaRPr lang="en-US"/>
        </a:p>
      </dgm:t>
    </dgm:pt>
    <dgm:pt modelId="{E5960B8E-9937-4730-A3DC-A6A73CFB58FE}" type="sibTrans" cxnId="{19672255-A07D-4D29-8374-7C175F579DC0}">
      <dgm:prSet/>
      <dgm:spPr/>
      <dgm:t>
        <a:bodyPr/>
        <a:lstStyle/>
        <a:p>
          <a:endParaRPr lang="en-US"/>
        </a:p>
      </dgm:t>
    </dgm:pt>
    <dgm:pt modelId="{B34052FF-516F-4D22-B7CE-6842C4652CF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They enable the formation of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protein complexes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that carry out specialized cellular functions.</a:t>
          </a:r>
        </a:p>
      </dgm:t>
    </dgm:pt>
    <dgm:pt modelId="{2F7A3DF7-9D12-453B-9F7D-CCD812B4749D}" type="parTrans" cxnId="{E49162D2-2D85-47A0-AB5B-B7EA9B2257E2}">
      <dgm:prSet/>
      <dgm:spPr/>
      <dgm:t>
        <a:bodyPr/>
        <a:lstStyle/>
        <a:p>
          <a:endParaRPr lang="en-US"/>
        </a:p>
      </dgm:t>
    </dgm:pt>
    <dgm:pt modelId="{E0A04192-A5CF-4180-BCAA-13F42C7ACA65}" type="sibTrans" cxnId="{E49162D2-2D85-47A0-AB5B-B7EA9B2257E2}">
      <dgm:prSet/>
      <dgm:spPr/>
      <dgm:t>
        <a:bodyPr/>
        <a:lstStyle/>
        <a:p>
          <a:endParaRPr lang="en-US"/>
        </a:p>
      </dgm:t>
    </dgm:pt>
    <dgm:pt modelId="{AE5C1D21-E68A-479C-AE8F-C9D0DB48AA7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PPIs regulate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cellular communication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, allowing cells to respond to internal and external signals.</a:t>
          </a:r>
        </a:p>
      </dgm:t>
    </dgm:pt>
    <dgm:pt modelId="{1FC2FD1C-A15C-4D71-A160-60AB396C077E}" type="parTrans" cxnId="{66A194C6-3A1A-4384-BAB2-264811480989}">
      <dgm:prSet/>
      <dgm:spPr/>
      <dgm:t>
        <a:bodyPr/>
        <a:lstStyle/>
        <a:p>
          <a:endParaRPr lang="en-US"/>
        </a:p>
      </dgm:t>
    </dgm:pt>
    <dgm:pt modelId="{81D8722A-C0D2-4DFC-98CB-7DF67AC1B392}" type="sibTrans" cxnId="{66A194C6-3A1A-4384-BAB2-264811480989}">
      <dgm:prSet/>
      <dgm:spPr/>
      <dgm:t>
        <a:bodyPr/>
        <a:lstStyle/>
        <a:p>
          <a:endParaRPr lang="en-US"/>
        </a:p>
      </dgm:t>
    </dgm:pt>
    <dgm:pt modelId="{9E2BB28B-FFCC-44F7-9FB3-A18993BA20B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Disruption or abnormal PPIs can lead to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diseases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 such as cancer, neurodegenerative disorders, and autoimmune conditions.</a:t>
          </a:r>
        </a:p>
      </dgm:t>
    </dgm:pt>
    <dgm:pt modelId="{4D8C621F-37E4-4DA9-9D60-E78830FEF833}" type="parTrans" cxnId="{0BEEDDE5-2316-4BB8-941E-0B2C3CE09674}">
      <dgm:prSet/>
      <dgm:spPr/>
      <dgm:t>
        <a:bodyPr/>
        <a:lstStyle/>
        <a:p>
          <a:endParaRPr lang="en-US"/>
        </a:p>
      </dgm:t>
    </dgm:pt>
    <dgm:pt modelId="{40829D5E-6651-4378-99D2-0F904BDE6C08}" type="sibTrans" cxnId="{0BEEDDE5-2316-4BB8-941E-0B2C3CE09674}">
      <dgm:prSet/>
      <dgm:spPr/>
      <dgm:t>
        <a:bodyPr/>
        <a:lstStyle/>
        <a:p>
          <a:endParaRPr lang="en-US"/>
        </a:p>
      </dgm:t>
    </dgm:pt>
    <dgm:pt modelId="{8F7CB1E7-4C9C-4BAD-844D-AF099200244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PPIs play a critical role in </a:t>
          </a: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drug discovery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, as targeting protein interactions can modulate disease-related pathways.</a:t>
          </a:r>
        </a:p>
      </dgm:t>
    </dgm:pt>
    <dgm:pt modelId="{AF49FDD5-D44D-49F0-90C2-C2C955563B47}" type="parTrans" cxnId="{7E0E3246-C519-405C-82B3-8C848132DC83}">
      <dgm:prSet/>
      <dgm:spPr/>
      <dgm:t>
        <a:bodyPr/>
        <a:lstStyle/>
        <a:p>
          <a:endParaRPr lang="en-US"/>
        </a:p>
      </dgm:t>
    </dgm:pt>
    <dgm:pt modelId="{33F66826-663A-4C99-980E-1639FAE97A03}" type="sibTrans" cxnId="{7E0E3246-C519-405C-82B3-8C848132DC83}">
      <dgm:prSet/>
      <dgm:spPr/>
      <dgm:t>
        <a:bodyPr/>
        <a:lstStyle/>
        <a:p>
          <a:endParaRPr lang="en-US"/>
        </a:p>
      </dgm:t>
    </dgm:pt>
    <dgm:pt modelId="{E5DE6255-E723-47C1-B1DA-84CE1D2C8BA0}" type="pres">
      <dgm:prSet presAssocID="{153C8592-2403-4271-B6E6-71339C921284}" presName="root" presStyleCnt="0">
        <dgm:presLayoutVars>
          <dgm:dir/>
          <dgm:resizeHandles val="exact"/>
        </dgm:presLayoutVars>
      </dgm:prSet>
      <dgm:spPr/>
    </dgm:pt>
    <dgm:pt modelId="{DB2AD5C6-81E0-4B19-9DAC-E596185BB078}" type="pres">
      <dgm:prSet presAssocID="{8F340CD1-A027-4653-B961-1ED4CBAFF672}" presName="compNode" presStyleCnt="0"/>
      <dgm:spPr/>
    </dgm:pt>
    <dgm:pt modelId="{87F6209C-FBDD-4F6D-AC50-CD01A511C6BE}" type="pres">
      <dgm:prSet presAssocID="{8F340CD1-A027-4653-B961-1ED4CBAFF672}" presName="bgRect" presStyleLbl="bgShp" presStyleIdx="0" presStyleCnt="5"/>
      <dgm:spPr/>
    </dgm:pt>
    <dgm:pt modelId="{0A6962F5-1432-4FAF-9466-0E32099BE5B8}" type="pres">
      <dgm:prSet presAssocID="{8F340CD1-A027-4653-B961-1ED4CBAFF67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BFF76B2E-F354-44E7-AAEE-CEE8B356EDD2}" type="pres">
      <dgm:prSet presAssocID="{8F340CD1-A027-4653-B961-1ED4CBAFF672}" presName="spaceRect" presStyleCnt="0"/>
      <dgm:spPr/>
    </dgm:pt>
    <dgm:pt modelId="{DA531524-8389-4438-8260-26892F3BF9F6}" type="pres">
      <dgm:prSet presAssocID="{8F340CD1-A027-4653-B961-1ED4CBAFF672}" presName="parTx" presStyleLbl="revTx" presStyleIdx="0" presStyleCnt="5">
        <dgm:presLayoutVars>
          <dgm:chMax val="0"/>
          <dgm:chPref val="0"/>
        </dgm:presLayoutVars>
      </dgm:prSet>
      <dgm:spPr/>
    </dgm:pt>
    <dgm:pt modelId="{AFE43017-72A2-4AE7-86DC-FE18DFDE9B1B}" type="pres">
      <dgm:prSet presAssocID="{E5960B8E-9937-4730-A3DC-A6A73CFB58FE}" presName="sibTrans" presStyleCnt="0"/>
      <dgm:spPr/>
    </dgm:pt>
    <dgm:pt modelId="{039D3E9B-4332-474A-8563-29837F9DD41D}" type="pres">
      <dgm:prSet presAssocID="{B34052FF-516F-4D22-B7CE-6842C4652CF6}" presName="compNode" presStyleCnt="0"/>
      <dgm:spPr/>
    </dgm:pt>
    <dgm:pt modelId="{9E263479-1FFE-4540-89D9-6B9539DFF0A4}" type="pres">
      <dgm:prSet presAssocID="{B34052FF-516F-4D22-B7CE-6842C4652CF6}" presName="bgRect" presStyleLbl="bgShp" presStyleIdx="1" presStyleCnt="5"/>
      <dgm:spPr/>
    </dgm:pt>
    <dgm:pt modelId="{3C1EB754-CBDB-4B0B-9511-09E4C8CB53B7}" type="pres">
      <dgm:prSet presAssocID="{B34052FF-516F-4D22-B7CE-6842C4652CF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8E1B1FD6-CE04-40C1-9C2B-9E652CAB7A79}" type="pres">
      <dgm:prSet presAssocID="{B34052FF-516F-4D22-B7CE-6842C4652CF6}" presName="spaceRect" presStyleCnt="0"/>
      <dgm:spPr/>
    </dgm:pt>
    <dgm:pt modelId="{8592DE30-A43A-45F7-B6D7-723EBDC86277}" type="pres">
      <dgm:prSet presAssocID="{B34052FF-516F-4D22-B7CE-6842C4652CF6}" presName="parTx" presStyleLbl="revTx" presStyleIdx="1" presStyleCnt="5">
        <dgm:presLayoutVars>
          <dgm:chMax val="0"/>
          <dgm:chPref val="0"/>
        </dgm:presLayoutVars>
      </dgm:prSet>
      <dgm:spPr/>
    </dgm:pt>
    <dgm:pt modelId="{BE55ED17-8890-4218-884A-0CDE43E6CDFE}" type="pres">
      <dgm:prSet presAssocID="{E0A04192-A5CF-4180-BCAA-13F42C7ACA65}" presName="sibTrans" presStyleCnt="0"/>
      <dgm:spPr/>
    </dgm:pt>
    <dgm:pt modelId="{918E58BC-DB70-4FE3-9FFC-39CCD9497E04}" type="pres">
      <dgm:prSet presAssocID="{AE5C1D21-E68A-479C-AE8F-C9D0DB48AA77}" presName="compNode" presStyleCnt="0"/>
      <dgm:spPr/>
    </dgm:pt>
    <dgm:pt modelId="{5EF67609-BE21-4DD6-B322-EF5A9F5C2693}" type="pres">
      <dgm:prSet presAssocID="{AE5C1D21-E68A-479C-AE8F-C9D0DB48AA77}" presName="bgRect" presStyleLbl="bgShp" presStyleIdx="2" presStyleCnt="5"/>
      <dgm:spPr/>
    </dgm:pt>
    <dgm:pt modelId="{9E087F2E-9889-4CA9-88EB-F04D3B771978}" type="pres">
      <dgm:prSet presAssocID="{AE5C1D21-E68A-479C-AE8F-C9D0DB48AA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DFEC676A-5C41-4C09-B31D-E0D47E7AC6FA}" type="pres">
      <dgm:prSet presAssocID="{AE5C1D21-E68A-479C-AE8F-C9D0DB48AA77}" presName="spaceRect" presStyleCnt="0"/>
      <dgm:spPr/>
    </dgm:pt>
    <dgm:pt modelId="{7E460AEC-91B6-4AD5-9BB1-609D3FFB684A}" type="pres">
      <dgm:prSet presAssocID="{AE5C1D21-E68A-479C-AE8F-C9D0DB48AA77}" presName="parTx" presStyleLbl="revTx" presStyleIdx="2" presStyleCnt="5">
        <dgm:presLayoutVars>
          <dgm:chMax val="0"/>
          <dgm:chPref val="0"/>
        </dgm:presLayoutVars>
      </dgm:prSet>
      <dgm:spPr/>
    </dgm:pt>
    <dgm:pt modelId="{BE8CBA4F-64DB-476F-90C1-E702D7F715D7}" type="pres">
      <dgm:prSet presAssocID="{81D8722A-C0D2-4DFC-98CB-7DF67AC1B392}" presName="sibTrans" presStyleCnt="0"/>
      <dgm:spPr/>
    </dgm:pt>
    <dgm:pt modelId="{CFD1D591-A73B-46DA-A8F5-2D83443BC6FA}" type="pres">
      <dgm:prSet presAssocID="{9E2BB28B-FFCC-44F7-9FB3-A18993BA20B9}" presName="compNode" presStyleCnt="0"/>
      <dgm:spPr/>
    </dgm:pt>
    <dgm:pt modelId="{E5448AA8-11BE-4D22-AFDB-C90F7E88BC19}" type="pres">
      <dgm:prSet presAssocID="{9E2BB28B-FFCC-44F7-9FB3-A18993BA20B9}" presName="bgRect" presStyleLbl="bgShp" presStyleIdx="3" presStyleCnt="5"/>
      <dgm:spPr/>
    </dgm:pt>
    <dgm:pt modelId="{B75409EF-2A4B-4295-937A-9D5D7979037A}" type="pres">
      <dgm:prSet presAssocID="{9E2BB28B-FFCC-44F7-9FB3-A18993BA20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D139B082-9BED-495A-B318-87E189C1798A}" type="pres">
      <dgm:prSet presAssocID="{9E2BB28B-FFCC-44F7-9FB3-A18993BA20B9}" presName="spaceRect" presStyleCnt="0"/>
      <dgm:spPr/>
    </dgm:pt>
    <dgm:pt modelId="{B07CB073-4303-4D9A-880D-6E76ADB63452}" type="pres">
      <dgm:prSet presAssocID="{9E2BB28B-FFCC-44F7-9FB3-A18993BA20B9}" presName="parTx" presStyleLbl="revTx" presStyleIdx="3" presStyleCnt="5">
        <dgm:presLayoutVars>
          <dgm:chMax val="0"/>
          <dgm:chPref val="0"/>
        </dgm:presLayoutVars>
      </dgm:prSet>
      <dgm:spPr/>
    </dgm:pt>
    <dgm:pt modelId="{615F31D2-0547-454C-AAE3-E6B6C7CA934F}" type="pres">
      <dgm:prSet presAssocID="{40829D5E-6651-4378-99D2-0F904BDE6C08}" presName="sibTrans" presStyleCnt="0"/>
      <dgm:spPr/>
    </dgm:pt>
    <dgm:pt modelId="{D7381876-B39E-46B4-98E6-2F02CF24DBCD}" type="pres">
      <dgm:prSet presAssocID="{8F7CB1E7-4C9C-4BAD-844D-AF099200244B}" presName="compNode" presStyleCnt="0"/>
      <dgm:spPr/>
    </dgm:pt>
    <dgm:pt modelId="{10232E98-D338-4315-8496-EF09F866CD1D}" type="pres">
      <dgm:prSet presAssocID="{8F7CB1E7-4C9C-4BAD-844D-AF099200244B}" presName="bgRect" presStyleLbl="bgShp" presStyleIdx="4" presStyleCnt="5"/>
      <dgm:spPr/>
    </dgm:pt>
    <dgm:pt modelId="{4EBB6FF3-6BC6-4ADC-BAC6-EB52B68C613F}" type="pres">
      <dgm:prSet presAssocID="{8F7CB1E7-4C9C-4BAD-844D-AF09920024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0DDD8E18-1BC4-469F-82A3-44B696178B18}" type="pres">
      <dgm:prSet presAssocID="{8F7CB1E7-4C9C-4BAD-844D-AF099200244B}" presName="spaceRect" presStyleCnt="0"/>
      <dgm:spPr/>
    </dgm:pt>
    <dgm:pt modelId="{9BDF271B-EA39-4142-B888-078E5DC521DA}" type="pres">
      <dgm:prSet presAssocID="{8F7CB1E7-4C9C-4BAD-844D-AF099200244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A8D9538-60A1-4C8F-9F20-DE98B872E761}" type="presOf" srcId="{AE5C1D21-E68A-479C-AE8F-C9D0DB48AA77}" destId="{7E460AEC-91B6-4AD5-9BB1-609D3FFB684A}" srcOrd="0" destOrd="0" presId="urn:microsoft.com/office/officeart/2018/2/layout/IconVerticalSolidList"/>
    <dgm:cxn modelId="{7E0E3246-C519-405C-82B3-8C848132DC83}" srcId="{153C8592-2403-4271-B6E6-71339C921284}" destId="{8F7CB1E7-4C9C-4BAD-844D-AF099200244B}" srcOrd="4" destOrd="0" parTransId="{AF49FDD5-D44D-49F0-90C2-C2C955563B47}" sibTransId="{33F66826-663A-4C99-980E-1639FAE97A03}"/>
    <dgm:cxn modelId="{45CCA450-E6BE-402A-B355-3AF0DF776552}" type="presOf" srcId="{B34052FF-516F-4D22-B7CE-6842C4652CF6}" destId="{8592DE30-A43A-45F7-B6D7-723EBDC86277}" srcOrd="0" destOrd="0" presId="urn:microsoft.com/office/officeart/2018/2/layout/IconVerticalSolidList"/>
    <dgm:cxn modelId="{19672255-A07D-4D29-8374-7C175F579DC0}" srcId="{153C8592-2403-4271-B6E6-71339C921284}" destId="{8F340CD1-A027-4653-B961-1ED4CBAFF672}" srcOrd="0" destOrd="0" parTransId="{098C02B1-3CF5-46A2-BB2F-A30A6FA67516}" sibTransId="{E5960B8E-9937-4730-A3DC-A6A73CFB58FE}"/>
    <dgm:cxn modelId="{968C9F82-CC40-4643-9BEE-1174600B0A67}" type="presOf" srcId="{8F340CD1-A027-4653-B961-1ED4CBAFF672}" destId="{DA531524-8389-4438-8260-26892F3BF9F6}" srcOrd="0" destOrd="0" presId="urn:microsoft.com/office/officeart/2018/2/layout/IconVerticalSolidList"/>
    <dgm:cxn modelId="{24CB5686-609C-4FEC-B5E9-F2F7A761F7B8}" type="presOf" srcId="{8F7CB1E7-4C9C-4BAD-844D-AF099200244B}" destId="{9BDF271B-EA39-4142-B888-078E5DC521DA}" srcOrd="0" destOrd="0" presId="urn:microsoft.com/office/officeart/2018/2/layout/IconVerticalSolidList"/>
    <dgm:cxn modelId="{AABF2DAF-11A4-47E7-B384-BF2C8CEA2345}" type="presOf" srcId="{153C8592-2403-4271-B6E6-71339C921284}" destId="{E5DE6255-E723-47C1-B1DA-84CE1D2C8BA0}" srcOrd="0" destOrd="0" presId="urn:microsoft.com/office/officeart/2018/2/layout/IconVerticalSolidList"/>
    <dgm:cxn modelId="{66A194C6-3A1A-4384-BAB2-264811480989}" srcId="{153C8592-2403-4271-B6E6-71339C921284}" destId="{AE5C1D21-E68A-479C-AE8F-C9D0DB48AA77}" srcOrd="2" destOrd="0" parTransId="{1FC2FD1C-A15C-4D71-A160-60AB396C077E}" sibTransId="{81D8722A-C0D2-4DFC-98CB-7DF67AC1B392}"/>
    <dgm:cxn modelId="{E49162D2-2D85-47A0-AB5B-B7EA9B2257E2}" srcId="{153C8592-2403-4271-B6E6-71339C921284}" destId="{B34052FF-516F-4D22-B7CE-6842C4652CF6}" srcOrd="1" destOrd="0" parTransId="{2F7A3DF7-9D12-453B-9F7D-CCD812B4749D}" sibTransId="{E0A04192-A5CF-4180-BCAA-13F42C7ACA65}"/>
    <dgm:cxn modelId="{0BEEDDE5-2316-4BB8-941E-0B2C3CE09674}" srcId="{153C8592-2403-4271-B6E6-71339C921284}" destId="{9E2BB28B-FFCC-44F7-9FB3-A18993BA20B9}" srcOrd="3" destOrd="0" parTransId="{4D8C621F-37E4-4DA9-9D60-E78830FEF833}" sibTransId="{40829D5E-6651-4378-99D2-0F904BDE6C08}"/>
    <dgm:cxn modelId="{7215B4F4-12F4-4721-9460-B6075D3D2191}" type="presOf" srcId="{9E2BB28B-FFCC-44F7-9FB3-A18993BA20B9}" destId="{B07CB073-4303-4D9A-880D-6E76ADB63452}" srcOrd="0" destOrd="0" presId="urn:microsoft.com/office/officeart/2018/2/layout/IconVerticalSolidList"/>
    <dgm:cxn modelId="{C98966FF-175A-4C20-8E7A-00BF184C1736}" type="presParOf" srcId="{E5DE6255-E723-47C1-B1DA-84CE1D2C8BA0}" destId="{DB2AD5C6-81E0-4B19-9DAC-E596185BB078}" srcOrd="0" destOrd="0" presId="urn:microsoft.com/office/officeart/2018/2/layout/IconVerticalSolidList"/>
    <dgm:cxn modelId="{D3F74FEF-52FF-4559-BC38-0FEFB50C6534}" type="presParOf" srcId="{DB2AD5C6-81E0-4B19-9DAC-E596185BB078}" destId="{87F6209C-FBDD-4F6D-AC50-CD01A511C6BE}" srcOrd="0" destOrd="0" presId="urn:microsoft.com/office/officeart/2018/2/layout/IconVerticalSolidList"/>
    <dgm:cxn modelId="{2998A9FE-6CC6-4587-8194-AE49B8515851}" type="presParOf" srcId="{DB2AD5C6-81E0-4B19-9DAC-E596185BB078}" destId="{0A6962F5-1432-4FAF-9466-0E32099BE5B8}" srcOrd="1" destOrd="0" presId="urn:microsoft.com/office/officeart/2018/2/layout/IconVerticalSolidList"/>
    <dgm:cxn modelId="{12CF29FC-F1B5-4BDB-9EE0-6B359C6AD9FD}" type="presParOf" srcId="{DB2AD5C6-81E0-4B19-9DAC-E596185BB078}" destId="{BFF76B2E-F354-44E7-AAEE-CEE8B356EDD2}" srcOrd="2" destOrd="0" presId="urn:microsoft.com/office/officeart/2018/2/layout/IconVerticalSolidList"/>
    <dgm:cxn modelId="{D4418C35-28E0-4EF9-81A2-C3F38D5F164B}" type="presParOf" srcId="{DB2AD5C6-81E0-4B19-9DAC-E596185BB078}" destId="{DA531524-8389-4438-8260-26892F3BF9F6}" srcOrd="3" destOrd="0" presId="urn:microsoft.com/office/officeart/2018/2/layout/IconVerticalSolidList"/>
    <dgm:cxn modelId="{DF0AFAEA-ADA4-4C42-8FC4-5770CBD3F327}" type="presParOf" srcId="{E5DE6255-E723-47C1-B1DA-84CE1D2C8BA0}" destId="{AFE43017-72A2-4AE7-86DC-FE18DFDE9B1B}" srcOrd="1" destOrd="0" presId="urn:microsoft.com/office/officeart/2018/2/layout/IconVerticalSolidList"/>
    <dgm:cxn modelId="{3C78D283-B16F-4C37-8283-0E2FA7B3AD2F}" type="presParOf" srcId="{E5DE6255-E723-47C1-B1DA-84CE1D2C8BA0}" destId="{039D3E9B-4332-474A-8563-29837F9DD41D}" srcOrd="2" destOrd="0" presId="urn:microsoft.com/office/officeart/2018/2/layout/IconVerticalSolidList"/>
    <dgm:cxn modelId="{1B9C320F-079E-40B1-AAAC-5C1F0C4132E6}" type="presParOf" srcId="{039D3E9B-4332-474A-8563-29837F9DD41D}" destId="{9E263479-1FFE-4540-89D9-6B9539DFF0A4}" srcOrd="0" destOrd="0" presId="urn:microsoft.com/office/officeart/2018/2/layout/IconVerticalSolidList"/>
    <dgm:cxn modelId="{20121F2F-8430-40A5-80FE-225B0820E7B3}" type="presParOf" srcId="{039D3E9B-4332-474A-8563-29837F9DD41D}" destId="{3C1EB754-CBDB-4B0B-9511-09E4C8CB53B7}" srcOrd="1" destOrd="0" presId="urn:microsoft.com/office/officeart/2018/2/layout/IconVerticalSolidList"/>
    <dgm:cxn modelId="{07CDEBC0-A067-4957-95A5-2CFE0C63299A}" type="presParOf" srcId="{039D3E9B-4332-474A-8563-29837F9DD41D}" destId="{8E1B1FD6-CE04-40C1-9C2B-9E652CAB7A79}" srcOrd="2" destOrd="0" presId="urn:microsoft.com/office/officeart/2018/2/layout/IconVerticalSolidList"/>
    <dgm:cxn modelId="{4E7D0272-C50B-48F4-B4B2-D624BEFCE60D}" type="presParOf" srcId="{039D3E9B-4332-474A-8563-29837F9DD41D}" destId="{8592DE30-A43A-45F7-B6D7-723EBDC86277}" srcOrd="3" destOrd="0" presId="urn:microsoft.com/office/officeart/2018/2/layout/IconVerticalSolidList"/>
    <dgm:cxn modelId="{E54FD1E7-B305-429F-9289-8EB1A1FCCB78}" type="presParOf" srcId="{E5DE6255-E723-47C1-B1DA-84CE1D2C8BA0}" destId="{BE55ED17-8890-4218-884A-0CDE43E6CDFE}" srcOrd="3" destOrd="0" presId="urn:microsoft.com/office/officeart/2018/2/layout/IconVerticalSolidList"/>
    <dgm:cxn modelId="{C227AD2E-C491-44E2-8403-93B77738E5E1}" type="presParOf" srcId="{E5DE6255-E723-47C1-B1DA-84CE1D2C8BA0}" destId="{918E58BC-DB70-4FE3-9FFC-39CCD9497E04}" srcOrd="4" destOrd="0" presId="urn:microsoft.com/office/officeart/2018/2/layout/IconVerticalSolidList"/>
    <dgm:cxn modelId="{931CB687-8273-4811-8979-E8BD97E7F93C}" type="presParOf" srcId="{918E58BC-DB70-4FE3-9FFC-39CCD9497E04}" destId="{5EF67609-BE21-4DD6-B322-EF5A9F5C2693}" srcOrd="0" destOrd="0" presId="urn:microsoft.com/office/officeart/2018/2/layout/IconVerticalSolidList"/>
    <dgm:cxn modelId="{9CB57456-29E3-4314-84D9-FBE5CDBCD0DA}" type="presParOf" srcId="{918E58BC-DB70-4FE3-9FFC-39CCD9497E04}" destId="{9E087F2E-9889-4CA9-88EB-F04D3B771978}" srcOrd="1" destOrd="0" presId="urn:microsoft.com/office/officeart/2018/2/layout/IconVerticalSolidList"/>
    <dgm:cxn modelId="{E7B3E59B-E357-432E-B4C9-18F017363299}" type="presParOf" srcId="{918E58BC-DB70-4FE3-9FFC-39CCD9497E04}" destId="{DFEC676A-5C41-4C09-B31D-E0D47E7AC6FA}" srcOrd="2" destOrd="0" presId="urn:microsoft.com/office/officeart/2018/2/layout/IconVerticalSolidList"/>
    <dgm:cxn modelId="{E987D404-39D9-48CE-8401-567789500598}" type="presParOf" srcId="{918E58BC-DB70-4FE3-9FFC-39CCD9497E04}" destId="{7E460AEC-91B6-4AD5-9BB1-609D3FFB684A}" srcOrd="3" destOrd="0" presId="urn:microsoft.com/office/officeart/2018/2/layout/IconVerticalSolidList"/>
    <dgm:cxn modelId="{3145ECC6-FD79-4CDB-B1C5-2125FEDB3AA3}" type="presParOf" srcId="{E5DE6255-E723-47C1-B1DA-84CE1D2C8BA0}" destId="{BE8CBA4F-64DB-476F-90C1-E702D7F715D7}" srcOrd="5" destOrd="0" presId="urn:microsoft.com/office/officeart/2018/2/layout/IconVerticalSolidList"/>
    <dgm:cxn modelId="{52275EC0-1FAF-4226-A7D0-E60C4E298348}" type="presParOf" srcId="{E5DE6255-E723-47C1-B1DA-84CE1D2C8BA0}" destId="{CFD1D591-A73B-46DA-A8F5-2D83443BC6FA}" srcOrd="6" destOrd="0" presId="urn:microsoft.com/office/officeart/2018/2/layout/IconVerticalSolidList"/>
    <dgm:cxn modelId="{B251EA98-AB52-4129-8E2E-F2CF53448A46}" type="presParOf" srcId="{CFD1D591-A73B-46DA-A8F5-2D83443BC6FA}" destId="{E5448AA8-11BE-4D22-AFDB-C90F7E88BC19}" srcOrd="0" destOrd="0" presId="urn:microsoft.com/office/officeart/2018/2/layout/IconVerticalSolidList"/>
    <dgm:cxn modelId="{DFE0F7DA-04A3-413F-AC8E-2CBE20EE1F6D}" type="presParOf" srcId="{CFD1D591-A73B-46DA-A8F5-2D83443BC6FA}" destId="{B75409EF-2A4B-4295-937A-9D5D7979037A}" srcOrd="1" destOrd="0" presId="urn:microsoft.com/office/officeart/2018/2/layout/IconVerticalSolidList"/>
    <dgm:cxn modelId="{A997552C-795B-4E4F-BE41-91CB25E05F2D}" type="presParOf" srcId="{CFD1D591-A73B-46DA-A8F5-2D83443BC6FA}" destId="{D139B082-9BED-495A-B318-87E189C1798A}" srcOrd="2" destOrd="0" presId="urn:microsoft.com/office/officeart/2018/2/layout/IconVerticalSolidList"/>
    <dgm:cxn modelId="{88348E51-6FCC-47EB-9515-A37DBBE717E2}" type="presParOf" srcId="{CFD1D591-A73B-46DA-A8F5-2D83443BC6FA}" destId="{B07CB073-4303-4D9A-880D-6E76ADB63452}" srcOrd="3" destOrd="0" presId="urn:microsoft.com/office/officeart/2018/2/layout/IconVerticalSolidList"/>
    <dgm:cxn modelId="{43291682-E351-4A6D-951F-5E2C9434791C}" type="presParOf" srcId="{E5DE6255-E723-47C1-B1DA-84CE1D2C8BA0}" destId="{615F31D2-0547-454C-AAE3-E6B6C7CA934F}" srcOrd="7" destOrd="0" presId="urn:microsoft.com/office/officeart/2018/2/layout/IconVerticalSolidList"/>
    <dgm:cxn modelId="{C7EFCAFE-95C3-44DC-8A70-0007D5589D1B}" type="presParOf" srcId="{E5DE6255-E723-47C1-B1DA-84CE1D2C8BA0}" destId="{D7381876-B39E-46B4-98E6-2F02CF24DBCD}" srcOrd="8" destOrd="0" presId="urn:microsoft.com/office/officeart/2018/2/layout/IconVerticalSolidList"/>
    <dgm:cxn modelId="{F1906517-DC0E-45DD-BF49-7725C5ED9D43}" type="presParOf" srcId="{D7381876-B39E-46B4-98E6-2F02CF24DBCD}" destId="{10232E98-D338-4315-8496-EF09F866CD1D}" srcOrd="0" destOrd="0" presId="urn:microsoft.com/office/officeart/2018/2/layout/IconVerticalSolidList"/>
    <dgm:cxn modelId="{B7DD93BE-4494-46E9-B634-0A92B23C20F4}" type="presParOf" srcId="{D7381876-B39E-46B4-98E6-2F02CF24DBCD}" destId="{4EBB6FF3-6BC6-4ADC-BAC6-EB52B68C613F}" srcOrd="1" destOrd="0" presId="urn:microsoft.com/office/officeart/2018/2/layout/IconVerticalSolidList"/>
    <dgm:cxn modelId="{8874CCA4-989F-4DCA-8E67-7931BFAA236C}" type="presParOf" srcId="{D7381876-B39E-46B4-98E6-2F02CF24DBCD}" destId="{0DDD8E18-1BC4-469F-82A3-44B696178B18}" srcOrd="2" destOrd="0" presId="urn:microsoft.com/office/officeart/2018/2/layout/IconVerticalSolidList"/>
    <dgm:cxn modelId="{5AE5ECBB-C260-4E67-980D-91F872AE57A2}" type="presParOf" srcId="{D7381876-B39E-46B4-98E6-2F02CF24DBCD}" destId="{9BDF271B-EA39-4142-B888-078E5DC521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4F5539-A4B2-4FEE-A14D-FA1C40DA1A04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453CB0-161B-4585-9690-EF5C96AC0561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1</a:t>
          </a:r>
        </a:p>
      </dgm:t>
    </dgm:pt>
    <dgm:pt modelId="{FA693E23-FB71-4DFC-B4CC-0E8A44700A6B}" type="parTrans" cxnId="{F94392AE-4D3C-4412-B053-476917C9251E}">
      <dgm:prSet/>
      <dgm:spPr/>
      <dgm:t>
        <a:bodyPr/>
        <a:lstStyle/>
        <a:p>
          <a:endParaRPr lang="en-US"/>
        </a:p>
      </dgm:t>
    </dgm:pt>
    <dgm:pt modelId="{57C530ED-327E-4F53-9E8B-4490FF5CD35C}" type="sibTrans" cxnId="{F94392AE-4D3C-4412-B053-476917C9251E}">
      <dgm:prSet/>
      <dgm:spPr/>
      <dgm:t>
        <a:bodyPr/>
        <a:lstStyle/>
        <a:p>
          <a:endParaRPr lang="en-US"/>
        </a:p>
      </dgm:t>
    </dgm:pt>
    <dgm:pt modelId="{87A60A5B-482C-4AD5-A6E5-D153689F4441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and Preprocessing</a:t>
          </a:r>
        </a:p>
      </dgm:t>
    </dgm:pt>
    <dgm:pt modelId="{FF7B3691-CFFD-4F2B-89CB-CDC6A42A9117}" type="parTrans" cxnId="{48EA755B-F6D2-4E93-9AD7-44D32C32175B}">
      <dgm:prSet/>
      <dgm:spPr/>
      <dgm:t>
        <a:bodyPr/>
        <a:lstStyle/>
        <a:p>
          <a:endParaRPr lang="en-US"/>
        </a:p>
      </dgm:t>
    </dgm:pt>
    <dgm:pt modelId="{4CF983F8-A278-40BD-BC0D-C70610B1D870}" type="sibTrans" cxnId="{48EA755B-F6D2-4E93-9AD7-44D32C32175B}">
      <dgm:prSet/>
      <dgm:spPr/>
      <dgm:t>
        <a:bodyPr/>
        <a:lstStyle/>
        <a:p>
          <a:endParaRPr lang="en-US"/>
        </a:p>
      </dgm:t>
    </dgm:pt>
    <dgm:pt modelId="{D610ED89-638F-4716-BD0A-DF71726D5551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2</a:t>
          </a:r>
        </a:p>
      </dgm:t>
    </dgm:pt>
    <dgm:pt modelId="{7FB1D790-10EA-4363-A918-FF0FD601558C}" type="parTrans" cxnId="{39B27E9D-4C8B-4AF5-A464-6508351846F1}">
      <dgm:prSet/>
      <dgm:spPr/>
      <dgm:t>
        <a:bodyPr/>
        <a:lstStyle/>
        <a:p>
          <a:endParaRPr lang="en-US"/>
        </a:p>
      </dgm:t>
    </dgm:pt>
    <dgm:pt modelId="{1D5951E0-348B-41B9-B98B-393B87F2D50A}" type="sibTrans" cxnId="{39B27E9D-4C8B-4AF5-A464-6508351846F1}">
      <dgm:prSet/>
      <dgm:spPr/>
      <dgm:t>
        <a:bodyPr/>
        <a:lstStyle/>
        <a:p>
          <a:endParaRPr lang="en-US"/>
        </a:p>
      </dgm:t>
    </dgm:pt>
    <dgm:pt modelId="{0D1E1E27-82CA-41D5-9B41-4CE86FAC852E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Training</a:t>
          </a:r>
        </a:p>
      </dgm:t>
    </dgm:pt>
    <dgm:pt modelId="{8D890A82-9841-4427-BAD8-BB35D5CF0EA5}" type="parTrans" cxnId="{44421614-120A-4780-952D-54497DBB42ED}">
      <dgm:prSet/>
      <dgm:spPr/>
      <dgm:t>
        <a:bodyPr/>
        <a:lstStyle/>
        <a:p>
          <a:endParaRPr lang="en-US"/>
        </a:p>
      </dgm:t>
    </dgm:pt>
    <dgm:pt modelId="{08AB264C-69F7-4285-9E14-E43C11385752}" type="sibTrans" cxnId="{44421614-120A-4780-952D-54497DBB42ED}">
      <dgm:prSet/>
      <dgm:spPr/>
      <dgm:t>
        <a:bodyPr/>
        <a:lstStyle/>
        <a:p>
          <a:endParaRPr lang="en-US"/>
        </a:p>
      </dgm:t>
    </dgm:pt>
    <dgm:pt modelId="{CF4DC95C-4970-42B3-A322-496294BAE48D}">
      <dgm:prSet custT="1"/>
      <dgm:spPr/>
      <dgm:t>
        <a:bodyPr/>
        <a:lstStyle/>
        <a:p>
          <a:r>
            <a: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3</a:t>
          </a:r>
        </a:p>
      </dgm:t>
    </dgm:pt>
    <dgm:pt modelId="{16B00682-E294-46FB-B3F9-BC111E4135BC}" type="parTrans" cxnId="{61A13AEC-E7F6-4371-9B3C-D229F1D6B5C5}">
      <dgm:prSet/>
      <dgm:spPr/>
      <dgm:t>
        <a:bodyPr/>
        <a:lstStyle/>
        <a:p>
          <a:endParaRPr lang="en-US"/>
        </a:p>
      </dgm:t>
    </dgm:pt>
    <dgm:pt modelId="{ABFACD7A-CFAF-4862-BB02-AC2A480CB979}" type="sibTrans" cxnId="{61A13AEC-E7F6-4371-9B3C-D229F1D6B5C5}">
      <dgm:prSet/>
      <dgm:spPr/>
      <dgm:t>
        <a:bodyPr/>
        <a:lstStyle/>
        <a:p>
          <a:endParaRPr lang="en-US"/>
        </a:p>
      </dgm:t>
    </dgm:pt>
    <dgm:pt modelId="{FF331CDF-855B-4173-9A70-BF7C7C7A45AA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Testing</a:t>
          </a:r>
        </a:p>
      </dgm:t>
    </dgm:pt>
    <dgm:pt modelId="{0D12DB5C-BA05-47E4-B00C-F945B57C60F8}" type="parTrans" cxnId="{DB133841-4C22-43B9-9C8F-B0B0F1022A51}">
      <dgm:prSet/>
      <dgm:spPr/>
      <dgm:t>
        <a:bodyPr/>
        <a:lstStyle/>
        <a:p>
          <a:endParaRPr lang="en-US"/>
        </a:p>
      </dgm:t>
    </dgm:pt>
    <dgm:pt modelId="{B9F51368-D885-4CD4-9A93-689146EFA290}" type="sibTrans" cxnId="{DB133841-4C22-43B9-9C8F-B0B0F1022A51}">
      <dgm:prSet/>
      <dgm:spPr/>
      <dgm:t>
        <a:bodyPr/>
        <a:lstStyle/>
        <a:p>
          <a:endParaRPr lang="en-US"/>
        </a:p>
      </dgm:t>
    </dgm:pt>
    <dgm:pt modelId="{D032B980-8EA0-45C4-94CD-11681523ED9B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4</a:t>
          </a:r>
        </a:p>
      </dgm:t>
    </dgm:pt>
    <dgm:pt modelId="{01EC26F4-0092-474A-A7DB-3061A1C71497}" type="parTrans" cxnId="{E844F8B4-2E87-409D-8D59-EF8A996CD68E}">
      <dgm:prSet/>
      <dgm:spPr/>
      <dgm:t>
        <a:bodyPr/>
        <a:lstStyle/>
        <a:p>
          <a:endParaRPr lang="en-US"/>
        </a:p>
      </dgm:t>
    </dgm:pt>
    <dgm:pt modelId="{148346F7-A47A-48D9-9326-7C1CBF78CEE7}" type="sibTrans" cxnId="{E844F8B4-2E87-409D-8D59-EF8A996CD68E}">
      <dgm:prSet/>
      <dgm:spPr/>
      <dgm:t>
        <a:bodyPr/>
        <a:lstStyle/>
        <a:p>
          <a:endParaRPr lang="en-US"/>
        </a:p>
      </dgm:t>
    </dgm:pt>
    <dgm:pt modelId="{A4127645-66A7-4D14-A962-F106C8024E5E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Metrics</a:t>
          </a:r>
        </a:p>
      </dgm:t>
    </dgm:pt>
    <dgm:pt modelId="{1425AA94-0E14-4E88-859D-335681E52552}" type="parTrans" cxnId="{6DA8AE73-FEB7-45F1-BEA4-9095738EF64A}">
      <dgm:prSet/>
      <dgm:spPr/>
      <dgm:t>
        <a:bodyPr/>
        <a:lstStyle/>
        <a:p>
          <a:endParaRPr lang="en-US"/>
        </a:p>
      </dgm:t>
    </dgm:pt>
    <dgm:pt modelId="{01DDBEC6-EBD4-467B-8EDC-BB1B59B8ECD1}" type="sibTrans" cxnId="{6DA8AE73-FEB7-45F1-BEA4-9095738EF64A}">
      <dgm:prSet/>
      <dgm:spPr/>
      <dgm:t>
        <a:bodyPr/>
        <a:lstStyle/>
        <a:p>
          <a:endParaRPr lang="en-US"/>
        </a:p>
      </dgm:t>
    </dgm:pt>
    <dgm:pt modelId="{1DFC9E3C-0C21-428E-8DDB-4DBBE100A96B}">
      <dgm:prSet custT="1"/>
      <dgm:spPr/>
      <dgm:t>
        <a:bodyPr/>
        <a:lstStyle/>
        <a:p>
          <a:r>
            <a: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5</a:t>
          </a:r>
        </a:p>
      </dgm:t>
    </dgm:pt>
    <dgm:pt modelId="{E528EC6B-C75B-47B1-B637-B54FB2837A10}" type="parTrans" cxnId="{0C9439E6-59F5-450D-9939-6DD9FA275CA5}">
      <dgm:prSet/>
      <dgm:spPr/>
      <dgm:t>
        <a:bodyPr/>
        <a:lstStyle/>
        <a:p>
          <a:endParaRPr lang="en-US"/>
        </a:p>
      </dgm:t>
    </dgm:pt>
    <dgm:pt modelId="{CB477C9B-DC8B-4FC3-9139-A0E2C70D9711}" type="sibTrans" cxnId="{0C9439E6-59F5-450D-9939-6DD9FA275CA5}">
      <dgm:prSet/>
      <dgm:spPr/>
      <dgm:t>
        <a:bodyPr/>
        <a:lstStyle/>
        <a:p>
          <a:endParaRPr lang="en-US"/>
        </a:p>
      </dgm:t>
    </dgm:pt>
    <dgm:pt modelId="{8528CF68-4B35-4D8F-9A63-AA61D6100817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Performance Analysis</a:t>
          </a:r>
        </a:p>
      </dgm:t>
    </dgm:pt>
    <dgm:pt modelId="{B78FD11E-EE0C-4F52-8D05-B5BECE946536}" type="parTrans" cxnId="{DB60F469-EF34-4F2D-8DEF-C25D2B99700B}">
      <dgm:prSet/>
      <dgm:spPr/>
      <dgm:t>
        <a:bodyPr/>
        <a:lstStyle/>
        <a:p>
          <a:endParaRPr lang="en-US"/>
        </a:p>
      </dgm:t>
    </dgm:pt>
    <dgm:pt modelId="{2B400DD6-1458-4846-9D85-C14DDE87E229}" type="sibTrans" cxnId="{DB60F469-EF34-4F2D-8DEF-C25D2B99700B}">
      <dgm:prSet/>
      <dgm:spPr/>
      <dgm:t>
        <a:bodyPr/>
        <a:lstStyle/>
        <a:p>
          <a:endParaRPr lang="en-US"/>
        </a:p>
      </dgm:t>
    </dgm:pt>
    <dgm:pt modelId="{8D77AF8C-F19A-4226-AE34-79F79F00CAA1}">
      <dgm:prSet custT="1"/>
      <dgm:spPr/>
      <dgm:t>
        <a:bodyPr/>
        <a:lstStyle/>
        <a:p>
          <a:r>
            <a:rPr lang="en-US" sz="2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6</a:t>
          </a:r>
        </a:p>
      </dgm:t>
    </dgm:pt>
    <dgm:pt modelId="{F91A3FB7-F705-44CB-8B02-783CBE2F6024}" type="parTrans" cxnId="{1AF4D3C2-61B6-4483-9114-9064A690FA07}">
      <dgm:prSet/>
      <dgm:spPr/>
      <dgm:t>
        <a:bodyPr/>
        <a:lstStyle/>
        <a:p>
          <a:endParaRPr lang="en-US"/>
        </a:p>
      </dgm:t>
    </dgm:pt>
    <dgm:pt modelId="{7F6FFC55-3ABF-477B-8D0A-31BF8F0D97F8}" type="sibTrans" cxnId="{1AF4D3C2-61B6-4483-9114-9064A690FA07}">
      <dgm:prSet/>
      <dgm:spPr/>
      <dgm:t>
        <a:bodyPr/>
        <a:lstStyle/>
        <a:p>
          <a:endParaRPr lang="en-US"/>
        </a:p>
      </dgm:t>
    </dgm:pt>
    <dgm:pt modelId="{A7A6DF71-F1C4-4BB3-98DA-F3752204B3FF}">
      <dgm:prSet custT="1"/>
      <dgm:spPr/>
      <dgm:t>
        <a:bodyPr/>
        <a:lstStyle/>
        <a:p>
          <a:r>
            <a: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and Ground Truth Comparison</a:t>
          </a:r>
        </a:p>
      </dgm:t>
    </dgm:pt>
    <dgm:pt modelId="{2B90D3B0-87D6-42C3-89AD-5E0510E15EE7}" type="parTrans" cxnId="{9C336E40-2074-461A-BAFB-D5EDDD098D9B}">
      <dgm:prSet/>
      <dgm:spPr/>
      <dgm:t>
        <a:bodyPr/>
        <a:lstStyle/>
        <a:p>
          <a:endParaRPr lang="en-US"/>
        </a:p>
      </dgm:t>
    </dgm:pt>
    <dgm:pt modelId="{7AAAEBEA-E194-4043-9B72-5AB2895C9CD3}" type="sibTrans" cxnId="{9C336E40-2074-461A-BAFB-D5EDDD098D9B}">
      <dgm:prSet/>
      <dgm:spPr/>
      <dgm:t>
        <a:bodyPr/>
        <a:lstStyle/>
        <a:p>
          <a:endParaRPr lang="en-US"/>
        </a:p>
      </dgm:t>
    </dgm:pt>
    <dgm:pt modelId="{8CBE272C-DFEC-3E45-AFDE-7830A02CF440}" type="pres">
      <dgm:prSet presAssocID="{054F5539-A4B2-4FEE-A14D-FA1C40DA1A04}" presName="Name0" presStyleCnt="0">
        <dgm:presLayoutVars>
          <dgm:dir/>
          <dgm:animLvl val="lvl"/>
          <dgm:resizeHandles val="exact"/>
        </dgm:presLayoutVars>
      </dgm:prSet>
      <dgm:spPr/>
    </dgm:pt>
    <dgm:pt modelId="{C8D06AD8-D842-F045-8085-F43473BC625B}" type="pres">
      <dgm:prSet presAssocID="{8D77AF8C-F19A-4226-AE34-79F79F00CAA1}" presName="boxAndChildren" presStyleCnt="0"/>
      <dgm:spPr/>
    </dgm:pt>
    <dgm:pt modelId="{A4A5C01C-9CEA-7542-A9DA-F0BCE5A9D71E}" type="pres">
      <dgm:prSet presAssocID="{8D77AF8C-F19A-4226-AE34-79F79F00CAA1}" presName="parentTextBox" presStyleLbl="alignNode1" presStyleIdx="0" presStyleCnt="6"/>
      <dgm:spPr/>
    </dgm:pt>
    <dgm:pt modelId="{A4DCEA11-1C52-B84D-831C-C6E82835E69F}" type="pres">
      <dgm:prSet presAssocID="{8D77AF8C-F19A-4226-AE34-79F79F00CAA1}" presName="descendantBox" presStyleLbl="bgAccFollowNode1" presStyleIdx="0" presStyleCnt="6"/>
      <dgm:spPr/>
    </dgm:pt>
    <dgm:pt modelId="{95DA5E82-5E48-AB4A-90E0-9E1B14315635}" type="pres">
      <dgm:prSet presAssocID="{CB477C9B-DC8B-4FC3-9139-A0E2C70D9711}" presName="sp" presStyleCnt="0"/>
      <dgm:spPr/>
    </dgm:pt>
    <dgm:pt modelId="{86968BF5-40DD-A34D-8CF7-A6192843846F}" type="pres">
      <dgm:prSet presAssocID="{1DFC9E3C-0C21-428E-8DDB-4DBBE100A96B}" presName="arrowAndChildren" presStyleCnt="0"/>
      <dgm:spPr/>
    </dgm:pt>
    <dgm:pt modelId="{BFBDC332-3138-214B-A1F1-13EAD053CC66}" type="pres">
      <dgm:prSet presAssocID="{1DFC9E3C-0C21-428E-8DDB-4DBBE100A96B}" presName="parentTextArrow" presStyleLbl="node1" presStyleIdx="0" presStyleCnt="0"/>
      <dgm:spPr/>
    </dgm:pt>
    <dgm:pt modelId="{59612E42-2966-7D4B-8F21-AF4D32219590}" type="pres">
      <dgm:prSet presAssocID="{1DFC9E3C-0C21-428E-8DDB-4DBBE100A96B}" presName="arrow" presStyleLbl="alignNode1" presStyleIdx="1" presStyleCnt="6"/>
      <dgm:spPr/>
    </dgm:pt>
    <dgm:pt modelId="{C2A69F78-D06B-8642-9EF8-2DFE7BC3FE00}" type="pres">
      <dgm:prSet presAssocID="{1DFC9E3C-0C21-428E-8DDB-4DBBE100A96B}" presName="descendantArrow" presStyleLbl="bgAccFollowNode1" presStyleIdx="1" presStyleCnt="6"/>
      <dgm:spPr/>
    </dgm:pt>
    <dgm:pt modelId="{1452FA4D-1DEA-5342-8F11-F68942AE28AB}" type="pres">
      <dgm:prSet presAssocID="{148346F7-A47A-48D9-9326-7C1CBF78CEE7}" presName="sp" presStyleCnt="0"/>
      <dgm:spPr/>
    </dgm:pt>
    <dgm:pt modelId="{0ACC7AC5-BA94-A648-A5C7-13337D94E2F6}" type="pres">
      <dgm:prSet presAssocID="{D032B980-8EA0-45C4-94CD-11681523ED9B}" presName="arrowAndChildren" presStyleCnt="0"/>
      <dgm:spPr/>
    </dgm:pt>
    <dgm:pt modelId="{ED15DB2C-D5D3-F044-9CF3-AF03D8CA1D4B}" type="pres">
      <dgm:prSet presAssocID="{D032B980-8EA0-45C4-94CD-11681523ED9B}" presName="parentTextArrow" presStyleLbl="node1" presStyleIdx="0" presStyleCnt="0"/>
      <dgm:spPr/>
    </dgm:pt>
    <dgm:pt modelId="{8C01F75D-600F-D849-A747-509E8DF8D7E6}" type="pres">
      <dgm:prSet presAssocID="{D032B980-8EA0-45C4-94CD-11681523ED9B}" presName="arrow" presStyleLbl="alignNode1" presStyleIdx="2" presStyleCnt="6"/>
      <dgm:spPr/>
    </dgm:pt>
    <dgm:pt modelId="{CE355F69-3EFD-FC43-B36A-0B710B93612D}" type="pres">
      <dgm:prSet presAssocID="{D032B980-8EA0-45C4-94CD-11681523ED9B}" presName="descendantArrow" presStyleLbl="bgAccFollowNode1" presStyleIdx="2" presStyleCnt="6"/>
      <dgm:spPr/>
    </dgm:pt>
    <dgm:pt modelId="{18F2BC71-4D0B-0C4E-8099-0F0767B00F21}" type="pres">
      <dgm:prSet presAssocID="{ABFACD7A-CFAF-4862-BB02-AC2A480CB979}" presName="sp" presStyleCnt="0"/>
      <dgm:spPr/>
    </dgm:pt>
    <dgm:pt modelId="{6CB34CEA-60BF-1A4C-B4E7-3AA96A152836}" type="pres">
      <dgm:prSet presAssocID="{CF4DC95C-4970-42B3-A322-496294BAE48D}" presName="arrowAndChildren" presStyleCnt="0"/>
      <dgm:spPr/>
    </dgm:pt>
    <dgm:pt modelId="{10977552-9294-7341-AEB9-BE68B0473891}" type="pres">
      <dgm:prSet presAssocID="{CF4DC95C-4970-42B3-A322-496294BAE48D}" presName="parentTextArrow" presStyleLbl="node1" presStyleIdx="0" presStyleCnt="0"/>
      <dgm:spPr/>
    </dgm:pt>
    <dgm:pt modelId="{176FB10E-67F2-244A-9C51-F1A5D4E7014B}" type="pres">
      <dgm:prSet presAssocID="{CF4DC95C-4970-42B3-A322-496294BAE48D}" presName="arrow" presStyleLbl="alignNode1" presStyleIdx="3" presStyleCnt="6"/>
      <dgm:spPr/>
    </dgm:pt>
    <dgm:pt modelId="{B5ADD037-1B52-0741-85DE-261FBD030161}" type="pres">
      <dgm:prSet presAssocID="{CF4DC95C-4970-42B3-A322-496294BAE48D}" presName="descendantArrow" presStyleLbl="bgAccFollowNode1" presStyleIdx="3" presStyleCnt="6"/>
      <dgm:spPr/>
    </dgm:pt>
    <dgm:pt modelId="{E0985A41-6445-5346-A233-1C098977BC8B}" type="pres">
      <dgm:prSet presAssocID="{1D5951E0-348B-41B9-B98B-393B87F2D50A}" presName="sp" presStyleCnt="0"/>
      <dgm:spPr/>
    </dgm:pt>
    <dgm:pt modelId="{0696557E-84D9-4845-BB42-819641E758FC}" type="pres">
      <dgm:prSet presAssocID="{D610ED89-638F-4716-BD0A-DF71726D5551}" presName="arrowAndChildren" presStyleCnt="0"/>
      <dgm:spPr/>
    </dgm:pt>
    <dgm:pt modelId="{67523CA7-E1FC-C74E-830E-94853D532541}" type="pres">
      <dgm:prSet presAssocID="{D610ED89-638F-4716-BD0A-DF71726D5551}" presName="parentTextArrow" presStyleLbl="node1" presStyleIdx="0" presStyleCnt="0"/>
      <dgm:spPr/>
    </dgm:pt>
    <dgm:pt modelId="{65CC2DDA-74B7-1C40-9934-246CA94A0A05}" type="pres">
      <dgm:prSet presAssocID="{D610ED89-638F-4716-BD0A-DF71726D5551}" presName="arrow" presStyleLbl="alignNode1" presStyleIdx="4" presStyleCnt="6"/>
      <dgm:spPr/>
    </dgm:pt>
    <dgm:pt modelId="{64E655E2-8A0E-AC40-BEC2-54C12707DA08}" type="pres">
      <dgm:prSet presAssocID="{D610ED89-638F-4716-BD0A-DF71726D5551}" presName="descendantArrow" presStyleLbl="bgAccFollowNode1" presStyleIdx="4" presStyleCnt="6"/>
      <dgm:spPr/>
    </dgm:pt>
    <dgm:pt modelId="{C97009CD-0E4D-F94E-AE4A-6A7E84864B1E}" type="pres">
      <dgm:prSet presAssocID="{57C530ED-327E-4F53-9E8B-4490FF5CD35C}" presName="sp" presStyleCnt="0"/>
      <dgm:spPr/>
    </dgm:pt>
    <dgm:pt modelId="{72B03B82-A775-DD47-94DD-2948BCDE37F9}" type="pres">
      <dgm:prSet presAssocID="{9B453CB0-161B-4585-9690-EF5C96AC0561}" presName="arrowAndChildren" presStyleCnt="0"/>
      <dgm:spPr/>
    </dgm:pt>
    <dgm:pt modelId="{6792E3CC-CC2C-2F42-9E59-6B2599D9ED15}" type="pres">
      <dgm:prSet presAssocID="{9B453CB0-161B-4585-9690-EF5C96AC0561}" presName="parentTextArrow" presStyleLbl="node1" presStyleIdx="0" presStyleCnt="0"/>
      <dgm:spPr/>
    </dgm:pt>
    <dgm:pt modelId="{772BFCBB-F9A7-754D-A415-B99AFA81DF30}" type="pres">
      <dgm:prSet presAssocID="{9B453CB0-161B-4585-9690-EF5C96AC0561}" presName="arrow" presStyleLbl="alignNode1" presStyleIdx="5" presStyleCnt="6"/>
      <dgm:spPr/>
    </dgm:pt>
    <dgm:pt modelId="{D5C2C13A-A3EF-644D-B983-85DA242B99E6}" type="pres">
      <dgm:prSet presAssocID="{9B453CB0-161B-4585-9690-EF5C96AC0561}" presName="descendantArrow" presStyleLbl="bgAccFollowNode1" presStyleIdx="5" presStyleCnt="6"/>
      <dgm:spPr/>
    </dgm:pt>
  </dgm:ptLst>
  <dgm:cxnLst>
    <dgm:cxn modelId="{44421614-120A-4780-952D-54497DBB42ED}" srcId="{D610ED89-638F-4716-BD0A-DF71726D5551}" destId="{0D1E1E27-82CA-41D5-9B41-4CE86FAC852E}" srcOrd="0" destOrd="0" parTransId="{8D890A82-9841-4427-BAD8-BB35D5CF0EA5}" sibTransId="{08AB264C-69F7-4285-9E14-E43C11385752}"/>
    <dgm:cxn modelId="{7FFCEC18-DC7C-6349-A61D-F8FFA8BFEAF5}" type="presOf" srcId="{0D1E1E27-82CA-41D5-9B41-4CE86FAC852E}" destId="{64E655E2-8A0E-AC40-BEC2-54C12707DA08}" srcOrd="0" destOrd="0" presId="urn:microsoft.com/office/officeart/2016/7/layout/VerticalDownArrowProcess"/>
    <dgm:cxn modelId="{6CD47019-DEBA-CA4C-96D0-391B54E7E6B4}" type="presOf" srcId="{D610ED89-638F-4716-BD0A-DF71726D5551}" destId="{65CC2DDA-74B7-1C40-9934-246CA94A0A05}" srcOrd="1" destOrd="0" presId="urn:microsoft.com/office/officeart/2016/7/layout/VerticalDownArrowProcess"/>
    <dgm:cxn modelId="{5F9DC12A-E59A-D84C-9FC3-65397C6983C0}" type="presOf" srcId="{D032B980-8EA0-45C4-94CD-11681523ED9B}" destId="{8C01F75D-600F-D849-A747-509E8DF8D7E6}" srcOrd="1" destOrd="0" presId="urn:microsoft.com/office/officeart/2016/7/layout/VerticalDownArrowProcess"/>
    <dgm:cxn modelId="{74A7543A-BFD4-7348-8EB3-4B21B550ABD5}" type="presOf" srcId="{D610ED89-638F-4716-BD0A-DF71726D5551}" destId="{67523CA7-E1FC-C74E-830E-94853D532541}" srcOrd="0" destOrd="0" presId="urn:microsoft.com/office/officeart/2016/7/layout/VerticalDownArrowProcess"/>
    <dgm:cxn modelId="{4D9D803C-85CC-1C4D-BF3F-51C92B250430}" type="presOf" srcId="{FF331CDF-855B-4173-9A70-BF7C7C7A45AA}" destId="{B5ADD037-1B52-0741-85DE-261FBD030161}" srcOrd="0" destOrd="0" presId="urn:microsoft.com/office/officeart/2016/7/layout/VerticalDownArrowProcess"/>
    <dgm:cxn modelId="{9C336E40-2074-461A-BAFB-D5EDDD098D9B}" srcId="{8D77AF8C-F19A-4226-AE34-79F79F00CAA1}" destId="{A7A6DF71-F1C4-4BB3-98DA-F3752204B3FF}" srcOrd="0" destOrd="0" parTransId="{2B90D3B0-87D6-42C3-89AD-5E0510E15EE7}" sibTransId="{7AAAEBEA-E194-4043-9B72-5AB2895C9CD3}"/>
    <dgm:cxn modelId="{DB133841-4C22-43B9-9C8F-B0B0F1022A51}" srcId="{CF4DC95C-4970-42B3-A322-496294BAE48D}" destId="{FF331CDF-855B-4173-9A70-BF7C7C7A45AA}" srcOrd="0" destOrd="0" parTransId="{0D12DB5C-BA05-47E4-B00C-F945B57C60F8}" sibTransId="{B9F51368-D885-4CD4-9A93-689146EFA290}"/>
    <dgm:cxn modelId="{86F26842-E882-064F-B589-93B5270081CA}" type="presOf" srcId="{1DFC9E3C-0C21-428E-8DDB-4DBBE100A96B}" destId="{BFBDC332-3138-214B-A1F1-13EAD053CC66}" srcOrd="0" destOrd="0" presId="urn:microsoft.com/office/officeart/2016/7/layout/VerticalDownArrowProcess"/>
    <dgm:cxn modelId="{13428E48-266C-7D45-B16B-93523EA24303}" type="presOf" srcId="{87A60A5B-482C-4AD5-A6E5-D153689F4441}" destId="{D5C2C13A-A3EF-644D-B983-85DA242B99E6}" srcOrd="0" destOrd="0" presId="urn:microsoft.com/office/officeart/2016/7/layout/VerticalDownArrowProcess"/>
    <dgm:cxn modelId="{BD911551-34B3-2046-AAFC-B3AF9D609CFC}" type="presOf" srcId="{8D77AF8C-F19A-4226-AE34-79F79F00CAA1}" destId="{A4A5C01C-9CEA-7542-A9DA-F0BCE5A9D71E}" srcOrd="0" destOrd="0" presId="urn:microsoft.com/office/officeart/2016/7/layout/VerticalDownArrowProcess"/>
    <dgm:cxn modelId="{E9A00054-562F-A343-8D3E-923C7C072006}" type="presOf" srcId="{8528CF68-4B35-4D8F-9A63-AA61D6100817}" destId="{C2A69F78-D06B-8642-9EF8-2DFE7BC3FE00}" srcOrd="0" destOrd="0" presId="urn:microsoft.com/office/officeart/2016/7/layout/VerticalDownArrowProcess"/>
    <dgm:cxn modelId="{48EA755B-F6D2-4E93-9AD7-44D32C32175B}" srcId="{9B453CB0-161B-4585-9690-EF5C96AC0561}" destId="{87A60A5B-482C-4AD5-A6E5-D153689F4441}" srcOrd="0" destOrd="0" parTransId="{FF7B3691-CFFD-4F2B-89CB-CDC6A42A9117}" sibTransId="{4CF983F8-A278-40BD-BC0D-C70610B1D870}"/>
    <dgm:cxn modelId="{F2AC0569-737A-014E-B5BA-33DBCDAD2A76}" type="presOf" srcId="{9B453CB0-161B-4585-9690-EF5C96AC0561}" destId="{6792E3CC-CC2C-2F42-9E59-6B2599D9ED15}" srcOrd="0" destOrd="0" presId="urn:microsoft.com/office/officeart/2016/7/layout/VerticalDownArrowProcess"/>
    <dgm:cxn modelId="{DB60F469-EF34-4F2D-8DEF-C25D2B99700B}" srcId="{1DFC9E3C-0C21-428E-8DDB-4DBBE100A96B}" destId="{8528CF68-4B35-4D8F-9A63-AA61D6100817}" srcOrd="0" destOrd="0" parTransId="{B78FD11E-EE0C-4F52-8D05-B5BECE946536}" sibTransId="{2B400DD6-1458-4846-9D85-C14DDE87E229}"/>
    <dgm:cxn modelId="{6DA8AE73-FEB7-45F1-BEA4-9095738EF64A}" srcId="{D032B980-8EA0-45C4-94CD-11681523ED9B}" destId="{A4127645-66A7-4D14-A962-F106C8024E5E}" srcOrd="0" destOrd="0" parTransId="{1425AA94-0E14-4E88-859D-335681E52552}" sibTransId="{01DDBEC6-EBD4-467B-8EDC-BB1B59B8ECD1}"/>
    <dgm:cxn modelId="{2B62F086-753D-714F-9224-3BBC13D86377}" type="presOf" srcId="{A4127645-66A7-4D14-A962-F106C8024E5E}" destId="{CE355F69-3EFD-FC43-B36A-0B710B93612D}" srcOrd="0" destOrd="0" presId="urn:microsoft.com/office/officeart/2016/7/layout/VerticalDownArrowProcess"/>
    <dgm:cxn modelId="{B953D293-8406-AC4E-B9F7-6D866C5BC113}" type="presOf" srcId="{A7A6DF71-F1C4-4BB3-98DA-F3752204B3FF}" destId="{A4DCEA11-1C52-B84D-831C-C6E82835E69F}" srcOrd="0" destOrd="0" presId="urn:microsoft.com/office/officeart/2016/7/layout/VerticalDownArrowProcess"/>
    <dgm:cxn modelId="{39B27E9D-4C8B-4AF5-A464-6508351846F1}" srcId="{054F5539-A4B2-4FEE-A14D-FA1C40DA1A04}" destId="{D610ED89-638F-4716-BD0A-DF71726D5551}" srcOrd="1" destOrd="0" parTransId="{7FB1D790-10EA-4363-A918-FF0FD601558C}" sibTransId="{1D5951E0-348B-41B9-B98B-393B87F2D50A}"/>
    <dgm:cxn modelId="{C1DEE7A4-80F1-6049-A5E5-743A22D3F4A6}" type="presOf" srcId="{CF4DC95C-4970-42B3-A322-496294BAE48D}" destId="{176FB10E-67F2-244A-9C51-F1A5D4E7014B}" srcOrd="1" destOrd="0" presId="urn:microsoft.com/office/officeart/2016/7/layout/VerticalDownArrowProcess"/>
    <dgm:cxn modelId="{F94392AE-4D3C-4412-B053-476917C9251E}" srcId="{054F5539-A4B2-4FEE-A14D-FA1C40DA1A04}" destId="{9B453CB0-161B-4585-9690-EF5C96AC0561}" srcOrd="0" destOrd="0" parTransId="{FA693E23-FB71-4DFC-B4CC-0E8A44700A6B}" sibTransId="{57C530ED-327E-4F53-9E8B-4490FF5CD35C}"/>
    <dgm:cxn modelId="{E844F8B4-2E87-409D-8D59-EF8A996CD68E}" srcId="{054F5539-A4B2-4FEE-A14D-FA1C40DA1A04}" destId="{D032B980-8EA0-45C4-94CD-11681523ED9B}" srcOrd="3" destOrd="0" parTransId="{01EC26F4-0092-474A-A7DB-3061A1C71497}" sibTransId="{148346F7-A47A-48D9-9326-7C1CBF78CEE7}"/>
    <dgm:cxn modelId="{B5E8ABBC-DE29-9840-9EF5-3ABD77FA2237}" type="presOf" srcId="{1DFC9E3C-0C21-428E-8DDB-4DBBE100A96B}" destId="{59612E42-2966-7D4B-8F21-AF4D32219590}" srcOrd="1" destOrd="0" presId="urn:microsoft.com/office/officeart/2016/7/layout/VerticalDownArrowProcess"/>
    <dgm:cxn modelId="{15E69BBE-9288-C546-9B8C-984CB5E61162}" type="presOf" srcId="{D032B980-8EA0-45C4-94CD-11681523ED9B}" destId="{ED15DB2C-D5D3-F044-9CF3-AF03D8CA1D4B}" srcOrd="0" destOrd="0" presId="urn:microsoft.com/office/officeart/2016/7/layout/VerticalDownArrowProcess"/>
    <dgm:cxn modelId="{1AF4D3C2-61B6-4483-9114-9064A690FA07}" srcId="{054F5539-A4B2-4FEE-A14D-FA1C40DA1A04}" destId="{8D77AF8C-F19A-4226-AE34-79F79F00CAA1}" srcOrd="5" destOrd="0" parTransId="{F91A3FB7-F705-44CB-8B02-783CBE2F6024}" sibTransId="{7F6FFC55-3ABF-477B-8D0A-31BF8F0D97F8}"/>
    <dgm:cxn modelId="{99B4C5DE-19AF-6440-92FE-CCBB9E4A0F1F}" type="presOf" srcId="{CF4DC95C-4970-42B3-A322-496294BAE48D}" destId="{10977552-9294-7341-AEB9-BE68B0473891}" srcOrd="0" destOrd="0" presId="urn:microsoft.com/office/officeart/2016/7/layout/VerticalDownArrowProcess"/>
    <dgm:cxn modelId="{0C9439E6-59F5-450D-9939-6DD9FA275CA5}" srcId="{054F5539-A4B2-4FEE-A14D-FA1C40DA1A04}" destId="{1DFC9E3C-0C21-428E-8DDB-4DBBE100A96B}" srcOrd="4" destOrd="0" parTransId="{E528EC6B-C75B-47B1-B637-B54FB2837A10}" sibTransId="{CB477C9B-DC8B-4FC3-9139-A0E2C70D9711}"/>
    <dgm:cxn modelId="{61A13AEC-E7F6-4371-9B3C-D229F1D6B5C5}" srcId="{054F5539-A4B2-4FEE-A14D-FA1C40DA1A04}" destId="{CF4DC95C-4970-42B3-A322-496294BAE48D}" srcOrd="2" destOrd="0" parTransId="{16B00682-E294-46FB-B3F9-BC111E4135BC}" sibTransId="{ABFACD7A-CFAF-4862-BB02-AC2A480CB979}"/>
    <dgm:cxn modelId="{167C3AF1-3DE2-354D-B7C4-C582ABF63376}" type="presOf" srcId="{054F5539-A4B2-4FEE-A14D-FA1C40DA1A04}" destId="{8CBE272C-DFEC-3E45-AFDE-7830A02CF440}" srcOrd="0" destOrd="0" presId="urn:microsoft.com/office/officeart/2016/7/layout/VerticalDownArrowProcess"/>
    <dgm:cxn modelId="{088353FB-61F2-ED48-A113-226A59201F22}" type="presOf" srcId="{9B453CB0-161B-4585-9690-EF5C96AC0561}" destId="{772BFCBB-F9A7-754D-A415-B99AFA81DF30}" srcOrd="1" destOrd="0" presId="urn:microsoft.com/office/officeart/2016/7/layout/VerticalDownArrowProcess"/>
    <dgm:cxn modelId="{423117E8-9C13-BE46-8555-C320AB2E7B75}" type="presParOf" srcId="{8CBE272C-DFEC-3E45-AFDE-7830A02CF440}" destId="{C8D06AD8-D842-F045-8085-F43473BC625B}" srcOrd="0" destOrd="0" presId="urn:microsoft.com/office/officeart/2016/7/layout/VerticalDownArrowProcess"/>
    <dgm:cxn modelId="{AE909291-26E6-B049-BB0A-315D88078BAC}" type="presParOf" srcId="{C8D06AD8-D842-F045-8085-F43473BC625B}" destId="{A4A5C01C-9CEA-7542-A9DA-F0BCE5A9D71E}" srcOrd="0" destOrd="0" presId="urn:microsoft.com/office/officeart/2016/7/layout/VerticalDownArrowProcess"/>
    <dgm:cxn modelId="{37BC5EF8-4C31-AA4F-8B00-9A9777789878}" type="presParOf" srcId="{C8D06AD8-D842-F045-8085-F43473BC625B}" destId="{A4DCEA11-1C52-B84D-831C-C6E82835E69F}" srcOrd="1" destOrd="0" presId="urn:microsoft.com/office/officeart/2016/7/layout/VerticalDownArrowProcess"/>
    <dgm:cxn modelId="{7F44F38E-E476-F74A-AAB8-199821CA73CF}" type="presParOf" srcId="{8CBE272C-DFEC-3E45-AFDE-7830A02CF440}" destId="{95DA5E82-5E48-AB4A-90E0-9E1B14315635}" srcOrd="1" destOrd="0" presId="urn:microsoft.com/office/officeart/2016/7/layout/VerticalDownArrowProcess"/>
    <dgm:cxn modelId="{0FFC1F43-FA36-604D-BF82-E30E0D0604DB}" type="presParOf" srcId="{8CBE272C-DFEC-3E45-AFDE-7830A02CF440}" destId="{86968BF5-40DD-A34D-8CF7-A6192843846F}" srcOrd="2" destOrd="0" presId="urn:microsoft.com/office/officeart/2016/7/layout/VerticalDownArrowProcess"/>
    <dgm:cxn modelId="{9075F20D-9A2A-D249-A3FC-996027D8C302}" type="presParOf" srcId="{86968BF5-40DD-A34D-8CF7-A6192843846F}" destId="{BFBDC332-3138-214B-A1F1-13EAD053CC66}" srcOrd="0" destOrd="0" presId="urn:microsoft.com/office/officeart/2016/7/layout/VerticalDownArrowProcess"/>
    <dgm:cxn modelId="{227DFEC9-9783-B242-A762-50BD4982745E}" type="presParOf" srcId="{86968BF5-40DD-A34D-8CF7-A6192843846F}" destId="{59612E42-2966-7D4B-8F21-AF4D32219590}" srcOrd="1" destOrd="0" presId="urn:microsoft.com/office/officeart/2016/7/layout/VerticalDownArrowProcess"/>
    <dgm:cxn modelId="{96FD9E4E-5831-B146-8381-7521D2CCE826}" type="presParOf" srcId="{86968BF5-40DD-A34D-8CF7-A6192843846F}" destId="{C2A69F78-D06B-8642-9EF8-2DFE7BC3FE00}" srcOrd="2" destOrd="0" presId="urn:microsoft.com/office/officeart/2016/7/layout/VerticalDownArrowProcess"/>
    <dgm:cxn modelId="{BBB5C562-D24C-A14D-80EF-62DAE19CDEBA}" type="presParOf" srcId="{8CBE272C-DFEC-3E45-AFDE-7830A02CF440}" destId="{1452FA4D-1DEA-5342-8F11-F68942AE28AB}" srcOrd="3" destOrd="0" presId="urn:microsoft.com/office/officeart/2016/7/layout/VerticalDownArrowProcess"/>
    <dgm:cxn modelId="{CA9BCB70-E196-4E40-AB76-726B2C1749CD}" type="presParOf" srcId="{8CBE272C-DFEC-3E45-AFDE-7830A02CF440}" destId="{0ACC7AC5-BA94-A648-A5C7-13337D94E2F6}" srcOrd="4" destOrd="0" presId="urn:microsoft.com/office/officeart/2016/7/layout/VerticalDownArrowProcess"/>
    <dgm:cxn modelId="{85DD962C-26A9-A149-9428-E9E0C9092DFA}" type="presParOf" srcId="{0ACC7AC5-BA94-A648-A5C7-13337D94E2F6}" destId="{ED15DB2C-D5D3-F044-9CF3-AF03D8CA1D4B}" srcOrd="0" destOrd="0" presId="urn:microsoft.com/office/officeart/2016/7/layout/VerticalDownArrowProcess"/>
    <dgm:cxn modelId="{E0E0A927-EEFF-6948-9576-E8B05FE1D87B}" type="presParOf" srcId="{0ACC7AC5-BA94-A648-A5C7-13337D94E2F6}" destId="{8C01F75D-600F-D849-A747-509E8DF8D7E6}" srcOrd="1" destOrd="0" presId="urn:microsoft.com/office/officeart/2016/7/layout/VerticalDownArrowProcess"/>
    <dgm:cxn modelId="{D822B4EF-00AE-CB4C-A528-3C5720674C38}" type="presParOf" srcId="{0ACC7AC5-BA94-A648-A5C7-13337D94E2F6}" destId="{CE355F69-3EFD-FC43-B36A-0B710B93612D}" srcOrd="2" destOrd="0" presId="urn:microsoft.com/office/officeart/2016/7/layout/VerticalDownArrowProcess"/>
    <dgm:cxn modelId="{9FE2BFF3-D225-3741-9610-012DC89CFF93}" type="presParOf" srcId="{8CBE272C-DFEC-3E45-AFDE-7830A02CF440}" destId="{18F2BC71-4D0B-0C4E-8099-0F0767B00F21}" srcOrd="5" destOrd="0" presId="urn:microsoft.com/office/officeart/2016/7/layout/VerticalDownArrowProcess"/>
    <dgm:cxn modelId="{4A90C656-9F85-9D44-A9C6-3EB3DBD05361}" type="presParOf" srcId="{8CBE272C-DFEC-3E45-AFDE-7830A02CF440}" destId="{6CB34CEA-60BF-1A4C-B4E7-3AA96A152836}" srcOrd="6" destOrd="0" presId="urn:microsoft.com/office/officeart/2016/7/layout/VerticalDownArrowProcess"/>
    <dgm:cxn modelId="{65DB8B3E-450B-F947-812B-C2B0FE33E4A9}" type="presParOf" srcId="{6CB34CEA-60BF-1A4C-B4E7-3AA96A152836}" destId="{10977552-9294-7341-AEB9-BE68B0473891}" srcOrd="0" destOrd="0" presId="urn:microsoft.com/office/officeart/2016/7/layout/VerticalDownArrowProcess"/>
    <dgm:cxn modelId="{D66A5F8F-9EAF-734E-BE83-ABFF1E6FC7D6}" type="presParOf" srcId="{6CB34CEA-60BF-1A4C-B4E7-3AA96A152836}" destId="{176FB10E-67F2-244A-9C51-F1A5D4E7014B}" srcOrd="1" destOrd="0" presId="urn:microsoft.com/office/officeart/2016/7/layout/VerticalDownArrowProcess"/>
    <dgm:cxn modelId="{ACA52874-0FE3-C34F-AD0D-2BA31D44D1A5}" type="presParOf" srcId="{6CB34CEA-60BF-1A4C-B4E7-3AA96A152836}" destId="{B5ADD037-1B52-0741-85DE-261FBD030161}" srcOrd="2" destOrd="0" presId="urn:microsoft.com/office/officeart/2016/7/layout/VerticalDownArrowProcess"/>
    <dgm:cxn modelId="{35F978BB-3FB3-644D-9BB0-5F402E102123}" type="presParOf" srcId="{8CBE272C-DFEC-3E45-AFDE-7830A02CF440}" destId="{E0985A41-6445-5346-A233-1C098977BC8B}" srcOrd="7" destOrd="0" presId="urn:microsoft.com/office/officeart/2016/7/layout/VerticalDownArrowProcess"/>
    <dgm:cxn modelId="{48A7CCA4-B711-004D-9D8A-F6B41ACA8355}" type="presParOf" srcId="{8CBE272C-DFEC-3E45-AFDE-7830A02CF440}" destId="{0696557E-84D9-4845-BB42-819641E758FC}" srcOrd="8" destOrd="0" presId="urn:microsoft.com/office/officeart/2016/7/layout/VerticalDownArrowProcess"/>
    <dgm:cxn modelId="{9C9D7891-ACDC-3944-B3BC-9FF2EC74F4BD}" type="presParOf" srcId="{0696557E-84D9-4845-BB42-819641E758FC}" destId="{67523CA7-E1FC-C74E-830E-94853D532541}" srcOrd="0" destOrd="0" presId="urn:microsoft.com/office/officeart/2016/7/layout/VerticalDownArrowProcess"/>
    <dgm:cxn modelId="{20EB2A0E-D236-D245-A481-E6ECBD395AE3}" type="presParOf" srcId="{0696557E-84D9-4845-BB42-819641E758FC}" destId="{65CC2DDA-74B7-1C40-9934-246CA94A0A05}" srcOrd="1" destOrd="0" presId="urn:microsoft.com/office/officeart/2016/7/layout/VerticalDownArrowProcess"/>
    <dgm:cxn modelId="{89EBFB08-0617-AC46-9E2E-B38DFD0E7431}" type="presParOf" srcId="{0696557E-84D9-4845-BB42-819641E758FC}" destId="{64E655E2-8A0E-AC40-BEC2-54C12707DA08}" srcOrd="2" destOrd="0" presId="urn:microsoft.com/office/officeart/2016/7/layout/VerticalDownArrowProcess"/>
    <dgm:cxn modelId="{43557528-8CC4-5943-BEBD-6DB5F7B1329B}" type="presParOf" srcId="{8CBE272C-DFEC-3E45-AFDE-7830A02CF440}" destId="{C97009CD-0E4D-F94E-AE4A-6A7E84864B1E}" srcOrd="9" destOrd="0" presId="urn:microsoft.com/office/officeart/2016/7/layout/VerticalDownArrowProcess"/>
    <dgm:cxn modelId="{211D1DEE-D741-644D-A88B-ED70CCEC4D94}" type="presParOf" srcId="{8CBE272C-DFEC-3E45-AFDE-7830A02CF440}" destId="{72B03B82-A775-DD47-94DD-2948BCDE37F9}" srcOrd="10" destOrd="0" presId="urn:microsoft.com/office/officeart/2016/7/layout/VerticalDownArrowProcess"/>
    <dgm:cxn modelId="{FFD34B4B-7907-FA40-84CA-072BD93A33E6}" type="presParOf" srcId="{72B03B82-A775-DD47-94DD-2948BCDE37F9}" destId="{6792E3CC-CC2C-2F42-9E59-6B2599D9ED15}" srcOrd="0" destOrd="0" presId="urn:microsoft.com/office/officeart/2016/7/layout/VerticalDownArrowProcess"/>
    <dgm:cxn modelId="{33179923-14BF-324E-A846-76330B0C833E}" type="presParOf" srcId="{72B03B82-A775-DD47-94DD-2948BCDE37F9}" destId="{772BFCBB-F9A7-754D-A415-B99AFA81DF30}" srcOrd="1" destOrd="0" presId="urn:microsoft.com/office/officeart/2016/7/layout/VerticalDownArrowProcess"/>
    <dgm:cxn modelId="{D04118CA-8C74-3042-85C1-1FFF0A18F950}" type="presParOf" srcId="{72B03B82-A775-DD47-94DD-2948BCDE37F9}" destId="{D5C2C13A-A3EF-644D-B983-85DA242B99E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2CD620-8210-43C3-A820-77F77044E9D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48D6DE6-384B-48EF-A236-D92E58CA3079}">
      <dgm:prSet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Bias &amp; Representation:</a:t>
          </a:r>
          <a:b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The model is trained on publicly available PPI datasets, which may be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biased toward well-studied proteins and organisms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, potentially limiting predictions for rare or underrepresented proteins.</a:t>
          </a:r>
        </a:p>
      </dgm:t>
    </dgm:pt>
    <dgm:pt modelId="{6F00A808-4159-421D-A5DA-08C96239CAA8}" type="parTrans" cxnId="{0CF31516-986E-407A-988A-25EE00FF1F1A}">
      <dgm:prSet/>
      <dgm:spPr/>
      <dgm:t>
        <a:bodyPr/>
        <a:lstStyle/>
        <a:p>
          <a:endParaRPr lang="en-US"/>
        </a:p>
      </dgm:t>
    </dgm:pt>
    <dgm:pt modelId="{99F0A2EB-F55E-4639-9ED2-35DE702BA5D5}" type="sibTrans" cxnId="{0CF31516-986E-407A-988A-25EE00FF1F1A}">
      <dgm:prSet/>
      <dgm:spPr/>
      <dgm:t>
        <a:bodyPr/>
        <a:lstStyle/>
        <a:p>
          <a:endParaRPr lang="en-US"/>
        </a:p>
      </dgm:t>
    </dgm:pt>
    <dgm:pt modelId="{0E5B7D43-E4D5-4E52-967D-F810FD158809}">
      <dgm:prSet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 vs. Validation:</a:t>
          </a:r>
          <a:b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AI-generated PPI predictions are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probabilistic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, not definitive; they should be used as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hypotheses for experimental validation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, not as final biological proof.</a:t>
          </a:r>
        </a:p>
      </dgm:t>
    </dgm:pt>
    <dgm:pt modelId="{0DFCD5C8-DF5E-451E-B93E-DAE769EE584D}" type="parTrans" cxnId="{B3A47BC2-FDE5-4E76-BB67-798AA367FE94}">
      <dgm:prSet/>
      <dgm:spPr/>
      <dgm:t>
        <a:bodyPr/>
        <a:lstStyle/>
        <a:p>
          <a:endParaRPr lang="en-US"/>
        </a:p>
      </dgm:t>
    </dgm:pt>
    <dgm:pt modelId="{659131C4-0EEE-45A8-8852-344A6248B402}" type="sibTrans" cxnId="{B3A47BC2-FDE5-4E76-BB67-798AA367FE94}">
      <dgm:prSet/>
      <dgm:spPr/>
      <dgm:t>
        <a:bodyPr/>
        <a:lstStyle/>
        <a:p>
          <a:endParaRPr lang="en-US"/>
        </a:p>
      </dgm:t>
    </dgm:pt>
    <dgm:pt modelId="{F88089AF-97A1-44FD-8C0A-4FBD922FF2E2}">
      <dgm:prSet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Model Transparency:</a:t>
          </a:r>
          <a:b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Deep learning models (BiLSTM) act as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black boxes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, making biological interpretation challenging; results must be communicated with appropriate caution.</a:t>
          </a:r>
        </a:p>
      </dgm:t>
    </dgm:pt>
    <dgm:pt modelId="{9720EE72-89BD-451B-9229-9E700301A7DE}" type="parTrans" cxnId="{7B98ED84-D0A3-48E0-81A6-75E62F3A3586}">
      <dgm:prSet/>
      <dgm:spPr/>
      <dgm:t>
        <a:bodyPr/>
        <a:lstStyle/>
        <a:p>
          <a:endParaRPr lang="en-US"/>
        </a:p>
      </dgm:t>
    </dgm:pt>
    <dgm:pt modelId="{4E82D94C-10EA-4FC1-932B-BABAE378BB6D}" type="sibTrans" cxnId="{7B98ED84-D0A3-48E0-81A6-75E62F3A3586}">
      <dgm:prSet/>
      <dgm:spPr/>
      <dgm:t>
        <a:bodyPr/>
        <a:lstStyle/>
        <a:p>
          <a:endParaRPr lang="en-US"/>
        </a:p>
      </dgm:t>
    </dgm:pt>
    <dgm:pt modelId="{A499F88B-5A19-45EC-B8F2-C3D3BEC04214}">
      <dgm:prSet custT="1"/>
      <dgm:spPr/>
      <dgm:t>
        <a:bodyPr/>
        <a:lstStyle/>
        <a:p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Risk of Overgeneralization:</a:t>
          </a:r>
          <a:b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Predictions for unseen or cross-species protein pairs may carry </a:t>
          </a:r>
          <a:r>
            <a:rPr lang="en-US" sz="2200" b="1" dirty="0">
              <a:latin typeface="Times New Roman" panose="02020603050405020304" pitchFamily="18" charset="0"/>
              <a:cs typeface="Times New Roman" panose="02020603050405020304" pitchFamily="18" charset="0"/>
            </a:rPr>
            <a:t>uncertainty</a:t>
          </a:r>
          <a:r>
            <a:rPr lang="en-US" sz="2200" dirty="0">
              <a:latin typeface="Times New Roman" panose="02020603050405020304" pitchFamily="18" charset="0"/>
              <a:cs typeface="Times New Roman" panose="02020603050405020304" pitchFamily="18" charset="0"/>
            </a:rPr>
            <a:t>, especially when sequence similarity is low.</a:t>
          </a:r>
        </a:p>
      </dgm:t>
    </dgm:pt>
    <dgm:pt modelId="{4C26D34A-4841-42D1-A20D-DDF65A52F5F6}" type="parTrans" cxnId="{44AB846E-A546-460D-BD14-DF45F737F7E9}">
      <dgm:prSet/>
      <dgm:spPr/>
      <dgm:t>
        <a:bodyPr/>
        <a:lstStyle/>
        <a:p>
          <a:endParaRPr lang="en-US"/>
        </a:p>
      </dgm:t>
    </dgm:pt>
    <dgm:pt modelId="{227DC498-39E1-4EC1-A82E-243A3BC6533A}" type="sibTrans" cxnId="{44AB846E-A546-460D-BD14-DF45F737F7E9}">
      <dgm:prSet/>
      <dgm:spPr/>
      <dgm:t>
        <a:bodyPr/>
        <a:lstStyle/>
        <a:p>
          <a:endParaRPr lang="en-US"/>
        </a:p>
      </dgm:t>
    </dgm:pt>
    <dgm:pt modelId="{0211671B-1DCF-FF4D-840A-0014AE303210}" type="pres">
      <dgm:prSet presAssocID="{A42CD620-8210-43C3-A820-77F77044E9D9}" presName="vert0" presStyleCnt="0">
        <dgm:presLayoutVars>
          <dgm:dir/>
          <dgm:animOne val="branch"/>
          <dgm:animLvl val="lvl"/>
        </dgm:presLayoutVars>
      </dgm:prSet>
      <dgm:spPr/>
    </dgm:pt>
    <dgm:pt modelId="{F25B8FD7-9243-2746-BE6D-408C8DF474E0}" type="pres">
      <dgm:prSet presAssocID="{148D6DE6-384B-48EF-A236-D92E58CA3079}" presName="thickLine" presStyleLbl="alignNode1" presStyleIdx="0" presStyleCnt="4"/>
      <dgm:spPr/>
    </dgm:pt>
    <dgm:pt modelId="{AE59E6DF-8570-554C-B6EE-B22CFB81E07B}" type="pres">
      <dgm:prSet presAssocID="{148D6DE6-384B-48EF-A236-D92E58CA3079}" presName="horz1" presStyleCnt="0"/>
      <dgm:spPr/>
    </dgm:pt>
    <dgm:pt modelId="{2D4E7D6A-2B74-5849-BCDB-0D06E6AA725B}" type="pres">
      <dgm:prSet presAssocID="{148D6DE6-384B-48EF-A236-D92E58CA3079}" presName="tx1" presStyleLbl="revTx" presStyleIdx="0" presStyleCnt="4"/>
      <dgm:spPr/>
    </dgm:pt>
    <dgm:pt modelId="{49958DFF-AA5C-D847-8F49-1B6DC6ED5BA6}" type="pres">
      <dgm:prSet presAssocID="{148D6DE6-384B-48EF-A236-D92E58CA3079}" presName="vert1" presStyleCnt="0"/>
      <dgm:spPr/>
    </dgm:pt>
    <dgm:pt modelId="{9D6654AE-248A-EA41-B43A-B03CBBF66FE6}" type="pres">
      <dgm:prSet presAssocID="{0E5B7D43-E4D5-4E52-967D-F810FD158809}" presName="thickLine" presStyleLbl="alignNode1" presStyleIdx="1" presStyleCnt="4"/>
      <dgm:spPr/>
    </dgm:pt>
    <dgm:pt modelId="{FB589C73-B6B8-B94E-ABA5-82A29E65F01D}" type="pres">
      <dgm:prSet presAssocID="{0E5B7D43-E4D5-4E52-967D-F810FD158809}" presName="horz1" presStyleCnt="0"/>
      <dgm:spPr/>
    </dgm:pt>
    <dgm:pt modelId="{25CEC92A-D451-5042-9E40-4377825DA9F7}" type="pres">
      <dgm:prSet presAssocID="{0E5B7D43-E4D5-4E52-967D-F810FD158809}" presName="tx1" presStyleLbl="revTx" presStyleIdx="1" presStyleCnt="4"/>
      <dgm:spPr/>
    </dgm:pt>
    <dgm:pt modelId="{D1B7E049-2635-774E-95CB-745FAE6E24C5}" type="pres">
      <dgm:prSet presAssocID="{0E5B7D43-E4D5-4E52-967D-F810FD158809}" presName="vert1" presStyleCnt="0"/>
      <dgm:spPr/>
    </dgm:pt>
    <dgm:pt modelId="{3445964A-61DB-EC41-8D58-E019CD91A676}" type="pres">
      <dgm:prSet presAssocID="{F88089AF-97A1-44FD-8C0A-4FBD922FF2E2}" presName="thickLine" presStyleLbl="alignNode1" presStyleIdx="2" presStyleCnt="4"/>
      <dgm:spPr/>
    </dgm:pt>
    <dgm:pt modelId="{B89256C8-E27D-CB4C-A22E-A9E256AA3B67}" type="pres">
      <dgm:prSet presAssocID="{F88089AF-97A1-44FD-8C0A-4FBD922FF2E2}" presName="horz1" presStyleCnt="0"/>
      <dgm:spPr/>
    </dgm:pt>
    <dgm:pt modelId="{D865A3E5-2A3C-FC4D-A0A1-63925298AF5E}" type="pres">
      <dgm:prSet presAssocID="{F88089AF-97A1-44FD-8C0A-4FBD922FF2E2}" presName="tx1" presStyleLbl="revTx" presStyleIdx="2" presStyleCnt="4"/>
      <dgm:spPr/>
    </dgm:pt>
    <dgm:pt modelId="{8D89F1A5-E16D-2E45-BB14-8E7F0AA882CE}" type="pres">
      <dgm:prSet presAssocID="{F88089AF-97A1-44FD-8C0A-4FBD922FF2E2}" presName="vert1" presStyleCnt="0"/>
      <dgm:spPr/>
    </dgm:pt>
    <dgm:pt modelId="{B1475560-25F5-C348-8192-CA866A690621}" type="pres">
      <dgm:prSet presAssocID="{A499F88B-5A19-45EC-B8F2-C3D3BEC04214}" presName="thickLine" presStyleLbl="alignNode1" presStyleIdx="3" presStyleCnt="4"/>
      <dgm:spPr/>
    </dgm:pt>
    <dgm:pt modelId="{DB057F2E-33B3-D64A-B48C-31F1F8BAA871}" type="pres">
      <dgm:prSet presAssocID="{A499F88B-5A19-45EC-B8F2-C3D3BEC04214}" presName="horz1" presStyleCnt="0"/>
      <dgm:spPr/>
    </dgm:pt>
    <dgm:pt modelId="{DD37380F-E8AD-D743-B3DD-F3897ADE4838}" type="pres">
      <dgm:prSet presAssocID="{A499F88B-5A19-45EC-B8F2-C3D3BEC04214}" presName="tx1" presStyleLbl="revTx" presStyleIdx="3" presStyleCnt="4"/>
      <dgm:spPr/>
    </dgm:pt>
    <dgm:pt modelId="{38AC0247-8B74-9543-B586-C597ACFA33F2}" type="pres">
      <dgm:prSet presAssocID="{A499F88B-5A19-45EC-B8F2-C3D3BEC04214}" presName="vert1" presStyleCnt="0"/>
      <dgm:spPr/>
    </dgm:pt>
  </dgm:ptLst>
  <dgm:cxnLst>
    <dgm:cxn modelId="{0CF31516-986E-407A-988A-25EE00FF1F1A}" srcId="{A42CD620-8210-43C3-A820-77F77044E9D9}" destId="{148D6DE6-384B-48EF-A236-D92E58CA3079}" srcOrd="0" destOrd="0" parTransId="{6F00A808-4159-421D-A5DA-08C96239CAA8}" sibTransId="{99F0A2EB-F55E-4639-9ED2-35DE702BA5D5}"/>
    <dgm:cxn modelId="{ADFD1B21-3209-1C4F-88B3-C0ABF5D934C0}" type="presOf" srcId="{148D6DE6-384B-48EF-A236-D92E58CA3079}" destId="{2D4E7D6A-2B74-5849-BCDB-0D06E6AA725B}" srcOrd="0" destOrd="0" presId="urn:microsoft.com/office/officeart/2008/layout/LinedList"/>
    <dgm:cxn modelId="{44AB846E-A546-460D-BD14-DF45F737F7E9}" srcId="{A42CD620-8210-43C3-A820-77F77044E9D9}" destId="{A499F88B-5A19-45EC-B8F2-C3D3BEC04214}" srcOrd="3" destOrd="0" parTransId="{4C26D34A-4841-42D1-A20D-DDF65A52F5F6}" sibTransId="{227DC498-39E1-4EC1-A82E-243A3BC6533A}"/>
    <dgm:cxn modelId="{7B98ED84-D0A3-48E0-81A6-75E62F3A3586}" srcId="{A42CD620-8210-43C3-A820-77F77044E9D9}" destId="{F88089AF-97A1-44FD-8C0A-4FBD922FF2E2}" srcOrd="2" destOrd="0" parTransId="{9720EE72-89BD-451B-9229-9E700301A7DE}" sibTransId="{4E82D94C-10EA-4FC1-932B-BABAE378BB6D}"/>
    <dgm:cxn modelId="{2A43588B-1D21-7749-AF58-D4BDDBA892FB}" type="presOf" srcId="{0E5B7D43-E4D5-4E52-967D-F810FD158809}" destId="{25CEC92A-D451-5042-9E40-4377825DA9F7}" srcOrd="0" destOrd="0" presId="urn:microsoft.com/office/officeart/2008/layout/LinedList"/>
    <dgm:cxn modelId="{6A15968C-7AB9-244D-8474-93AD0BDBB4AE}" type="presOf" srcId="{A499F88B-5A19-45EC-B8F2-C3D3BEC04214}" destId="{DD37380F-E8AD-D743-B3DD-F3897ADE4838}" srcOrd="0" destOrd="0" presId="urn:microsoft.com/office/officeart/2008/layout/LinedList"/>
    <dgm:cxn modelId="{15B96BAB-9FB6-404D-998D-C60CC632D390}" type="presOf" srcId="{A42CD620-8210-43C3-A820-77F77044E9D9}" destId="{0211671B-1DCF-FF4D-840A-0014AE303210}" srcOrd="0" destOrd="0" presId="urn:microsoft.com/office/officeart/2008/layout/LinedList"/>
    <dgm:cxn modelId="{B3A47BC2-FDE5-4E76-BB67-798AA367FE94}" srcId="{A42CD620-8210-43C3-A820-77F77044E9D9}" destId="{0E5B7D43-E4D5-4E52-967D-F810FD158809}" srcOrd="1" destOrd="0" parTransId="{0DFCD5C8-DF5E-451E-B93E-DAE769EE584D}" sibTransId="{659131C4-0EEE-45A8-8852-344A6248B402}"/>
    <dgm:cxn modelId="{969371F6-3A2C-7943-8B77-A78572D136F5}" type="presOf" srcId="{F88089AF-97A1-44FD-8C0A-4FBD922FF2E2}" destId="{D865A3E5-2A3C-FC4D-A0A1-63925298AF5E}" srcOrd="0" destOrd="0" presId="urn:microsoft.com/office/officeart/2008/layout/LinedList"/>
    <dgm:cxn modelId="{0B28CABA-D682-F449-8A20-7CE08A3BB19E}" type="presParOf" srcId="{0211671B-1DCF-FF4D-840A-0014AE303210}" destId="{F25B8FD7-9243-2746-BE6D-408C8DF474E0}" srcOrd="0" destOrd="0" presId="urn:microsoft.com/office/officeart/2008/layout/LinedList"/>
    <dgm:cxn modelId="{FEB2570D-DFCB-2E47-BF92-127F1C984CA1}" type="presParOf" srcId="{0211671B-1DCF-FF4D-840A-0014AE303210}" destId="{AE59E6DF-8570-554C-B6EE-B22CFB81E07B}" srcOrd="1" destOrd="0" presId="urn:microsoft.com/office/officeart/2008/layout/LinedList"/>
    <dgm:cxn modelId="{2BFDD7A5-0A38-E445-B8A9-C43FFED1CFF3}" type="presParOf" srcId="{AE59E6DF-8570-554C-B6EE-B22CFB81E07B}" destId="{2D4E7D6A-2B74-5849-BCDB-0D06E6AA725B}" srcOrd="0" destOrd="0" presId="urn:microsoft.com/office/officeart/2008/layout/LinedList"/>
    <dgm:cxn modelId="{5DBF0A13-CFBC-A84F-8ACB-DAC4206832F8}" type="presParOf" srcId="{AE59E6DF-8570-554C-B6EE-B22CFB81E07B}" destId="{49958DFF-AA5C-D847-8F49-1B6DC6ED5BA6}" srcOrd="1" destOrd="0" presId="urn:microsoft.com/office/officeart/2008/layout/LinedList"/>
    <dgm:cxn modelId="{AF102C01-10DA-0749-AFE5-F6F89A9A7CD0}" type="presParOf" srcId="{0211671B-1DCF-FF4D-840A-0014AE303210}" destId="{9D6654AE-248A-EA41-B43A-B03CBBF66FE6}" srcOrd="2" destOrd="0" presId="urn:microsoft.com/office/officeart/2008/layout/LinedList"/>
    <dgm:cxn modelId="{FD11871F-F212-2B4D-8A71-4F2E4C8791E7}" type="presParOf" srcId="{0211671B-1DCF-FF4D-840A-0014AE303210}" destId="{FB589C73-B6B8-B94E-ABA5-82A29E65F01D}" srcOrd="3" destOrd="0" presId="urn:microsoft.com/office/officeart/2008/layout/LinedList"/>
    <dgm:cxn modelId="{773D086A-821E-7845-9EAB-F2E4288546A4}" type="presParOf" srcId="{FB589C73-B6B8-B94E-ABA5-82A29E65F01D}" destId="{25CEC92A-D451-5042-9E40-4377825DA9F7}" srcOrd="0" destOrd="0" presId="urn:microsoft.com/office/officeart/2008/layout/LinedList"/>
    <dgm:cxn modelId="{AED36180-F561-F448-8392-AA45C192FC58}" type="presParOf" srcId="{FB589C73-B6B8-B94E-ABA5-82A29E65F01D}" destId="{D1B7E049-2635-774E-95CB-745FAE6E24C5}" srcOrd="1" destOrd="0" presId="urn:microsoft.com/office/officeart/2008/layout/LinedList"/>
    <dgm:cxn modelId="{B0683F46-CB08-6047-A932-8EF9E6CBF2A1}" type="presParOf" srcId="{0211671B-1DCF-FF4D-840A-0014AE303210}" destId="{3445964A-61DB-EC41-8D58-E019CD91A676}" srcOrd="4" destOrd="0" presId="urn:microsoft.com/office/officeart/2008/layout/LinedList"/>
    <dgm:cxn modelId="{84F2F5F6-3100-1D44-B27B-033AB4BCBDA3}" type="presParOf" srcId="{0211671B-1DCF-FF4D-840A-0014AE303210}" destId="{B89256C8-E27D-CB4C-A22E-A9E256AA3B67}" srcOrd="5" destOrd="0" presId="urn:microsoft.com/office/officeart/2008/layout/LinedList"/>
    <dgm:cxn modelId="{0DEE9166-1035-9741-8180-0271DD17BFDF}" type="presParOf" srcId="{B89256C8-E27D-CB4C-A22E-A9E256AA3B67}" destId="{D865A3E5-2A3C-FC4D-A0A1-63925298AF5E}" srcOrd="0" destOrd="0" presId="urn:microsoft.com/office/officeart/2008/layout/LinedList"/>
    <dgm:cxn modelId="{90D12A32-1CA8-F04A-8B82-B65F6D41A26F}" type="presParOf" srcId="{B89256C8-E27D-CB4C-A22E-A9E256AA3B67}" destId="{8D89F1A5-E16D-2E45-BB14-8E7F0AA882CE}" srcOrd="1" destOrd="0" presId="urn:microsoft.com/office/officeart/2008/layout/LinedList"/>
    <dgm:cxn modelId="{570B0B10-F685-AE46-A003-84BA1E491B48}" type="presParOf" srcId="{0211671B-1DCF-FF4D-840A-0014AE303210}" destId="{B1475560-25F5-C348-8192-CA866A690621}" srcOrd="6" destOrd="0" presId="urn:microsoft.com/office/officeart/2008/layout/LinedList"/>
    <dgm:cxn modelId="{08A81D2C-899E-BE4E-965F-A65AD1912554}" type="presParOf" srcId="{0211671B-1DCF-FF4D-840A-0014AE303210}" destId="{DB057F2E-33B3-D64A-B48C-31F1F8BAA871}" srcOrd="7" destOrd="0" presId="urn:microsoft.com/office/officeart/2008/layout/LinedList"/>
    <dgm:cxn modelId="{068EB306-6F38-0C42-896D-492BD53AB8D0}" type="presParOf" srcId="{DB057F2E-33B3-D64A-B48C-31F1F8BAA871}" destId="{DD37380F-E8AD-D743-B3DD-F3897ADE4838}" srcOrd="0" destOrd="0" presId="urn:microsoft.com/office/officeart/2008/layout/LinedList"/>
    <dgm:cxn modelId="{A5DD357A-DCFA-E54D-B917-CE2C75603B76}" type="presParOf" srcId="{DB057F2E-33B3-D64A-B48C-31F1F8BAA871}" destId="{38AC0247-8B74-9543-B586-C597ACFA33F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6209C-FBDD-4F6D-AC50-CD01A511C6BE}">
      <dsp:nvSpPr>
        <dsp:cNvPr id="0" name=""/>
        <dsp:cNvSpPr/>
      </dsp:nvSpPr>
      <dsp:spPr>
        <a:xfrm>
          <a:off x="0" y="3865"/>
          <a:ext cx="7886700" cy="82339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962F5-1432-4FAF-9466-0E32099BE5B8}">
      <dsp:nvSpPr>
        <dsp:cNvPr id="0" name=""/>
        <dsp:cNvSpPr/>
      </dsp:nvSpPr>
      <dsp:spPr>
        <a:xfrm>
          <a:off x="249076" y="189128"/>
          <a:ext cx="452865" cy="452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31524-8389-4438-8260-26892F3BF9F6}">
      <dsp:nvSpPr>
        <dsp:cNvPr id="0" name=""/>
        <dsp:cNvSpPr/>
      </dsp:nvSpPr>
      <dsp:spPr>
        <a:xfrm>
          <a:off x="951017" y="3865"/>
          <a:ext cx="6935682" cy="8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42" tIns="87142" rIns="87142" bIns="871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PPIs are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essential for almost all cellular processes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including signal transduction, metabolism, gene regulation, and immune responses.</a:t>
          </a:r>
        </a:p>
      </dsp:txBody>
      <dsp:txXfrm>
        <a:off x="951017" y="3865"/>
        <a:ext cx="6935682" cy="823392"/>
      </dsp:txXfrm>
    </dsp:sp>
    <dsp:sp modelId="{9E263479-1FFE-4540-89D9-6B9539DFF0A4}">
      <dsp:nvSpPr>
        <dsp:cNvPr id="0" name=""/>
        <dsp:cNvSpPr/>
      </dsp:nvSpPr>
      <dsp:spPr>
        <a:xfrm>
          <a:off x="0" y="1033105"/>
          <a:ext cx="7886700" cy="82339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EB754-CBDB-4B0B-9511-09E4C8CB53B7}">
      <dsp:nvSpPr>
        <dsp:cNvPr id="0" name=""/>
        <dsp:cNvSpPr/>
      </dsp:nvSpPr>
      <dsp:spPr>
        <a:xfrm>
          <a:off x="249076" y="1218369"/>
          <a:ext cx="452865" cy="452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92DE30-A43A-45F7-B6D7-723EBDC86277}">
      <dsp:nvSpPr>
        <dsp:cNvPr id="0" name=""/>
        <dsp:cNvSpPr/>
      </dsp:nvSpPr>
      <dsp:spPr>
        <a:xfrm>
          <a:off x="951017" y="1033105"/>
          <a:ext cx="6935682" cy="8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42" tIns="87142" rIns="87142" bIns="871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They enable the formation of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protein complexes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that carry out specialized cellular functions.</a:t>
          </a:r>
        </a:p>
      </dsp:txBody>
      <dsp:txXfrm>
        <a:off x="951017" y="1033105"/>
        <a:ext cx="6935682" cy="823392"/>
      </dsp:txXfrm>
    </dsp:sp>
    <dsp:sp modelId="{5EF67609-BE21-4DD6-B322-EF5A9F5C2693}">
      <dsp:nvSpPr>
        <dsp:cNvPr id="0" name=""/>
        <dsp:cNvSpPr/>
      </dsp:nvSpPr>
      <dsp:spPr>
        <a:xfrm>
          <a:off x="0" y="2062345"/>
          <a:ext cx="7886700" cy="82339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87F2E-9889-4CA9-88EB-F04D3B771978}">
      <dsp:nvSpPr>
        <dsp:cNvPr id="0" name=""/>
        <dsp:cNvSpPr/>
      </dsp:nvSpPr>
      <dsp:spPr>
        <a:xfrm>
          <a:off x="249076" y="2247609"/>
          <a:ext cx="452865" cy="452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60AEC-91B6-4AD5-9BB1-609D3FFB684A}">
      <dsp:nvSpPr>
        <dsp:cNvPr id="0" name=""/>
        <dsp:cNvSpPr/>
      </dsp:nvSpPr>
      <dsp:spPr>
        <a:xfrm>
          <a:off x="951017" y="2062345"/>
          <a:ext cx="6935682" cy="8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42" tIns="87142" rIns="87142" bIns="871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PPIs regulate </a:t>
          </a:r>
          <a:r>
            <a:rPr lang="en-US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cellular communication</a:t>
          </a: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, allowing cells to respond to internal and external signals.</a:t>
          </a:r>
        </a:p>
      </dsp:txBody>
      <dsp:txXfrm>
        <a:off x="951017" y="2062345"/>
        <a:ext cx="6935682" cy="823392"/>
      </dsp:txXfrm>
    </dsp:sp>
    <dsp:sp modelId="{E5448AA8-11BE-4D22-AFDB-C90F7E88BC19}">
      <dsp:nvSpPr>
        <dsp:cNvPr id="0" name=""/>
        <dsp:cNvSpPr/>
      </dsp:nvSpPr>
      <dsp:spPr>
        <a:xfrm>
          <a:off x="0" y="3091586"/>
          <a:ext cx="7886700" cy="82339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409EF-2A4B-4295-937A-9D5D7979037A}">
      <dsp:nvSpPr>
        <dsp:cNvPr id="0" name=""/>
        <dsp:cNvSpPr/>
      </dsp:nvSpPr>
      <dsp:spPr>
        <a:xfrm>
          <a:off x="249076" y="3276849"/>
          <a:ext cx="452865" cy="4528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CB073-4303-4D9A-880D-6E76ADB63452}">
      <dsp:nvSpPr>
        <dsp:cNvPr id="0" name=""/>
        <dsp:cNvSpPr/>
      </dsp:nvSpPr>
      <dsp:spPr>
        <a:xfrm>
          <a:off x="951017" y="3091586"/>
          <a:ext cx="6935682" cy="8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42" tIns="87142" rIns="87142" bIns="871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Disruption or abnormal PPIs can lead to </a:t>
          </a:r>
          <a:r>
            <a:rPr lang="en-US" sz="19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diseases</a:t>
          </a:r>
          <a:r>
            <a:rPr lang="en-US" sz="1900" kern="1200">
              <a:latin typeface="Times New Roman" panose="02020603050405020304" pitchFamily="18" charset="0"/>
              <a:cs typeface="Times New Roman" panose="02020603050405020304" pitchFamily="18" charset="0"/>
            </a:rPr>
            <a:t> such as cancer, neurodegenerative disorders, and autoimmune conditions.</a:t>
          </a:r>
        </a:p>
      </dsp:txBody>
      <dsp:txXfrm>
        <a:off x="951017" y="3091586"/>
        <a:ext cx="6935682" cy="823392"/>
      </dsp:txXfrm>
    </dsp:sp>
    <dsp:sp modelId="{10232E98-D338-4315-8496-EF09F866CD1D}">
      <dsp:nvSpPr>
        <dsp:cNvPr id="0" name=""/>
        <dsp:cNvSpPr/>
      </dsp:nvSpPr>
      <dsp:spPr>
        <a:xfrm>
          <a:off x="0" y="4120826"/>
          <a:ext cx="7886700" cy="823392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BB6FF3-6BC6-4ADC-BAC6-EB52B68C613F}">
      <dsp:nvSpPr>
        <dsp:cNvPr id="0" name=""/>
        <dsp:cNvSpPr/>
      </dsp:nvSpPr>
      <dsp:spPr>
        <a:xfrm>
          <a:off x="249076" y="4306089"/>
          <a:ext cx="452865" cy="45286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F271B-EA39-4142-B888-078E5DC521DA}">
      <dsp:nvSpPr>
        <dsp:cNvPr id="0" name=""/>
        <dsp:cNvSpPr/>
      </dsp:nvSpPr>
      <dsp:spPr>
        <a:xfrm>
          <a:off x="951017" y="4120826"/>
          <a:ext cx="6935682" cy="8233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142" tIns="87142" rIns="87142" bIns="871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PPIs play a critical role in </a:t>
          </a:r>
          <a:r>
            <a:rPr lang="en-US" sz="19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drug discovery</a:t>
          </a: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as targeting protein interactions can modulate disease-related pathways.</a:t>
          </a:r>
        </a:p>
      </dsp:txBody>
      <dsp:txXfrm>
        <a:off x="951017" y="4120826"/>
        <a:ext cx="6935682" cy="8233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5C01C-9CEA-7542-A9DA-F0BCE5A9D71E}">
      <dsp:nvSpPr>
        <dsp:cNvPr id="0" name=""/>
        <dsp:cNvSpPr/>
      </dsp:nvSpPr>
      <dsp:spPr>
        <a:xfrm>
          <a:off x="0" y="4398435"/>
          <a:ext cx="1971377" cy="5772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6</a:t>
          </a:r>
        </a:p>
      </dsp:txBody>
      <dsp:txXfrm>
        <a:off x="0" y="4398435"/>
        <a:ext cx="1971377" cy="577292"/>
      </dsp:txXfrm>
    </dsp:sp>
    <dsp:sp modelId="{A4DCEA11-1C52-B84D-831C-C6E82835E69F}">
      <dsp:nvSpPr>
        <dsp:cNvPr id="0" name=""/>
        <dsp:cNvSpPr/>
      </dsp:nvSpPr>
      <dsp:spPr>
        <a:xfrm>
          <a:off x="1971377" y="4398435"/>
          <a:ext cx="5914131" cy="57729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and Ground Truth Comparison</a:t>
          </a:r>
        </a:p>
      </dsp:txBody>
      <dsp:txXfrm>
        <a:off x="1971377" y="4398435"/>
        <a:ext cx="5914131" cy="577292"/>
      </dsp:txXfrm>
    </dsp:sp>
    <dsp:sp modelId="{59612E42-2966-7D4B-8F21-AF4D32219590}">
      <dsp:nvSpPr>
        <dsp:cNvPr id="0" name=""/>
        <dsp:cNvSpPr/>
      </dsp:nvSpPr>
      <dsp:spPr>
        <a:xfrm rot="10800000">
          <a:off x="0" y="3519219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5</a:t>
          </a:r>
        </a:p>
      </dsp:txBody>
      <dsp:txXfrm rot="-10800000">
        <a:off x="0" y="3519219"/>
        <a:ext cx="1971377" cy="577119"/>
      </dsp:txXfrm>
    </dsp:sp>
    <dsp:sp modelId="{C2A69F78-D06B-8642-9EF8-2DFE7BC3FE00}">
      <dsp:nvSpPr>
        <dsp:cNvPr id="0" name=""/>
        <dsp:cNvSpPr/>
      </dsp:nvSpPr>
      <dsp:spPr>
        <a:xfrm>
          <a:off x="1971377" y="3519219"/>
          <a:ext cx="5914131" cy="5771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Performance Analysis</a:t>
          </a:r>
        </a:p>
      </dsp:txBody>
      <dsp:txXfrm>
        <a:off x="1971377" y="3519219"/>
        <a:ext cx="5914131" cy="577119"/>
      </dsp:txXfrm>
    </dsp:sp>
    <dsp:sp modelId="{8C01F75D-600F-D849-A747-509E8DF8D7E6}">
      <dsp:nvSpPr>
        <dsp:cNvPr id="0" name=""/>
        <dsp:cNvSpPr/>
      </dsp:nvSpPr>
      <dsp:spPr>
        <a:xfrm rot="10800000">
          <a:off x="0" y="2640003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4</a:t>
          </a:r>
        </a:p>
      </dsp:txBody>
      <dsp:txXfrm rot="-10800000">
        <a:off x="0" y="2640003"/>
        <a:ext cx="1971377" cy="577119"/>
      </dsp:txXfrm>
    </dsp:sp>
    <dsp:sp modelId="{CE355F69-3EFD-FC43-B36A-0B710B93612D}">
      <dsp:nvSpPr>
        <dsp:cNvPr id="0" name=""/>
        <dsp:cNvSpPr/>
      </dsp:nvSpPr>
      <dsp:spPr>
        <a:xfrm>
          <a:off x="1971377" y="2640003"/>
          <a:ext cx="5914131" cy="5771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Metrics</a:t>
          </a:r>
        </a:p>
      </dsp:txBody>
      <dsp:txXfrm>
        <a:off x="1971377" y="2640003"/>
        <a:ext cx="5914131" cy="577119"/>
      </dsp:txXfrm>
    </dsp:sp>
    <dsp:sp modelId="{176FB10E-67F2-244A-9C51-F1A5D4E7014B}">
      <dsp:nvSpPr>
        <dsp:cNvPr id="0" name=""/>
        <dsp:cNvSpPr/>
      </dsp:nvSpPr>
      <dsp:spPr>
        <a:xfrm rot="10800000">
          <a:off x="0" y="1760787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3</a:t>
          </a:r>
        </a:p>
      </dsp:txBody>
      <dsp:txXfrm rot="-10800000">
        <a:off x="0" y="1760787"/>
        <a:ext cx="1971377" cy="577119"/>
      </dsp:txXfrm>
    </dsp:sp>
    <dsp:sp modelId="{B5ADD037-1B52-0741-85DE-261FBD030161}">
      <dsp:nvSpPr>
        <dsp:cNvPr id="0" name=""/>
        <dsp:cNvSpPr/>
      </dsp:nvSpPr>
      <dsp:spPr>
        <a:xfrm>
          <a:off x="1971377" y="1760787"/>
          <a:ext cx="5914131" cy="5771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Testing</a:t>
          </a:r>
        </a:p>
      </dsp:txBody>
      <dsp:txXfrm>
        <a:off x="1971377" y="1760787"/>
        <a:ext cx="5914131" cy="577119"/>
      </dsp:txXfrm>
    </dsp:sp>
    <dsp:sp modelId="{65CC2DDA-74B7-1C40-9934-246CA94A0A05}">
      <dsp:nvSpPr>
        <dsp:cNvPr id="0" name=""/>
        <dsp:cNvSpPr/>
      </dsp:nvSpPr>
      <dsp:spPr>
        <a:xfrm rot="10800000">
          <a:off x="0" y="881570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2</a:t>
          </a:r>
        </a:p>
      </dsp:txBody>
      <dsp:txXfrm rot="-10800000">
        <a:off x="0" y="881570"/>
        <a:ext cx="1971377" cy="577119"/>
      </dsp:txXfrm>
    </dsp:sp>
    <dsp:sp modelId="{64E655E2-8A0E-AC40-BEC2-54C12707DA08}">
      <dsp:nvSpPr>
        <dsp:cNvPr id="0" name=""/>
        <dsp:cNvSpPr/>
      </dsp:nvSpPr>
      <dsp:spPr>
        <a:xfrm>
          <a:off x="1971377" y="881570"/>
          <a:ext cx="5914131" cy="57711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Model Training</a:t>
          </a:r>
        </a:p>
      </dsp:txBody>
      <dsp:txXfrm>
        <a:off x="1971377" y="881570"/>
        <a:ext cx="5914131" cy="577119"/>
      </dsp:txXfrm>
    </dsp:sp>
    <dsp:sp modelId="{772BFCBB-F9A7-754D-A415-B99AFA81DF30}">
      <dsp:nvSpPr>
        <dsp:cNvPr id="0" name=""/>
        <dsp:cNvSpPr/>
      </dsp:nvSpPr>
      <dsp:spPr>
        <a:xfrm rot="10800000">
          <a:off x="0" y="2354"/>
          <a:ext cx="1971377" cy="88787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04" tIns="184912" rIns="140204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Step 1</a:t>
          </a:r>
        </a:p>
      </dsp:txBody>
      <dsp:txXfrm rot="-10800000">
        <a:off x="0" y="2354"/>
        <a:ext cx="1971377" cy="577119"/>
      </dsp:txXfrm>
    </dsp:sp>
    <dsp:sp modelId="{D5C2C13A-A3EF-644D-B983-85DA242B99E6}">
      <dsp:nvSpPr>
        <dsp:cNvPr id="0" name=""/>
        <dsp:cNvSpPr/>
      </dsp:nvSpPr>
      <dsp:spPr>
        <a:xfrm>
          <a:off x="1971377" y="2354"/>
          <a:ext cx="5914131" cy="5771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67" tIns="330200" rIns="119967" bIns="33020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Collection and Preprocessing</a:t>
          </a:r>
        </a:p>
      </dsp:txBody>
      <dsp:txXfrm>
        <a:off x="1971377" y="2354"/>
        <a:ext cx="5914131" cy="577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B8FD7-9243-2746-BE6D-408C8DF474E0}">
      <dsp:nvSpPr>
        <dsp:cNvPr id="0" name=""/>
        <dsp:cNvSpPr/>
      </dsp:nvSpPr>
      <dsp:spPr>
        <a:xfrm>
          <a:off x="0" y="0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4E7D6A-2B74-5849-BCDB-0D06E6AA725B}">
      <dsp:nvSpPr>
        <dsp:cNvPr id="0" name=""/>
        <dsp:cNvSpPr/>
      </dsp:nvSpPr>
      <dsp:spPr>
        <a:xfrm>
          <a:off x="0" y="0"/>
          <a:ext cx="7886700" cy="1260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Bias &amp; Representation:</a:t>
          </a:r>
          <a:b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model is trained on publicly available PPI datasets, which may be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biased toward well-studied proteins and organisms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potentially limiting predictions for rare or underrepresented proteins.</a:t>
          </a:r>
        </a:p>
      </dsp:txBody>
      <dsp:txXfrm>
        <a:off x="0" y="0"/>
        <a:ext cx="7886700" cy="1260314"/>
      </dsp:txXfrm>
    </dsp:sp>
    <dsp:sp modelId="{9D6654AE-248A-EA41-B43A-B03CBBF66FE6}">
      <dsp:nvSpPr>
        <dsp:cNvPr id="0" name=""/>
        <dsp:cNvSpPr/>
      </dsp:nvSpPr>
      <dsp:spPr>
        <a:xfrm>
          <a:off x="0" y="126031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EC92A-D451-5042-9E40-4377825DA9F7}">
      <dsp:nvSpPr>
        <dsp:cNvPr id="0" name=""/>
        <dsp:cNvSpPr/>
      </dsp:nvSpPr>
      <dsp:spPr>
        <a:xfrm>
          <a:off x="0" y="1260314"/>
          <a:ext cx="7886700" cy="1260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 vs. Validation:</a:t>
          </a:r>
          <a:b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AI-generated PPI predictions are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probabilistic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not definitive; they should be used as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hypotheses for experimental validation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not as final biological proof.</a:t>
          </a:r>
        </a:p>
      </dsp:txBody>
      <dsp:txXfrm>
        <a:off x="0" y="1260314"/>
        <a:ext cx="7886700" cy="1260314"/>
      </dsp:txXfrm>
    </dsp:sp>
    <dsp:sp modelId="{3445964A-61DB-EC41-8D58-E019CD91A676}">
      <dsp:nvSpPr>
        <dsp:cNvPr id="0" name=""/>
        <dsp:cNvSpPr/>
      </dsp:nvSpPr>
      <dsp:spPr>
        <a:xfrm>
          <a:off x="0" y="2520629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5A3E5-2A3C-FC4D-A0A1-63925298AF5E}">
      <dsp:nvSpPr>
        <dsp:cNvPr id="0" name=""/>
        <dsp:cNvSpPr/>
      </dsp:nvSpPr>
      <dsp:spPr>
        <a:xfrm>
          <a:off x="0" y="2520629"/>
          <a:ext cx="7886700" cy="1260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 Transparency:</a:t>
          </a:r>
          <a:b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Deep learning models (BiLSTM) act as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black boxes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making biological interpretation challenging; results must be communicated with appropriate caution.</a:t>
          </a:r>
        </a:p>
      </dsp:txBody>
      <dsp:txXfrm>
        <a:off x="0" y="2520629"/>
        <a:ext cx="7886700" cy="1260314"/>
      </dsp:txXfrm>
    </dsp:sp>
    <dsp:sp modelId="{B1475560-25F5-C348-8192-CA866A690621}">
      <dsp:nvSpPr>
        <dsp:cNvPr id="0" name=""/>
        <dsp:cNvSpPr/>
      </dsp:nvSpPr>
      <dsp:spPr>
        <a:xfrm>
          <a:off x="0" y="378094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7380F-E8AD-D743-B3DD-F3897ADE4838}">
      <dsp:nvSpPr>
        <dsp:cNvPr id="0" name=""/>
        <dsp:cNvSpPr/>
      </dsp:nvSpPr>
      <dsp:spPr>
        <a:xfrm>
          <a:off x="0" y="3780944"/>
          <a:ext cx="7886700" cy="1260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Risk of Overgeneralization:</a:t>
          </a:r>
          <a:b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Predictions for unseen or cross-species protein pairs may carry </a:t>
          </a: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uncertainty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especially when sequence similarity is low.</a:t>
          </a:r>
        </a:p>
      </dsp:txBody>
      <dsp:txXfrm>
        <a:off x="0" y="3780944"/>
        <a:ext cx="7886700" cy="1260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6E06235-B4A9-1445-B4B0-799FEB40F49A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586347"/>
            <a:ext cx="8178781" cy="16425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PROTEIN-PROTEIN INTERACTION PREDICTION USING MACHINE LEARNING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3324755"/>
            <a:ext cx="6623825" cy="1972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69044" y="3952160"/>
            <a:ext cx="419504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Kavisha Jignesh Patel</a:t>
            </a:r>
          </a:p>
          <a:p>
            <a:pPr algn="ctr">
              <a:lnSpc>
                <a:spcPct val="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Ujas Vijaykumar Patel</a:t>
            </a:r>
          </a:p>
          <a:p>
            <a:pPr algn="ctr">
              <a:lnSpc>
                <a:spcPct val="9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Yash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Sanklecha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05/08/2026</a:t>
            </a:r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697/AI 687_001_BK_Spring 2026</a:t>
            </a:r>
          </a:p>
          <a:p>
            <a:pPr algn="ctr"/>
            <a:endParaRPr lang="it-I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Reda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Nacif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Alaoui</a:t>
            </a:r>
            <a:r>
              <a:rPr lang="it-I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New Method to Model Protein Interactions May Help Accelerate Drug  Development - SBU News">
            <a:extLst>
              <a:ext uri="{FF2B5EF4-FFF2-40B4-BE49-F238E27FC236}">
                <a16:creationId xmlns:a16="http://schemas.microsoft.com/office/drawing/2014/main" id="{4D973CF7-EB8D-8DD7-E534-2AFE5B362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426" y="2743200"/>
            <a:ext cx="4859574" cy="338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59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318950"/>
          </a:xfrm>
        </p:spPr>
        <p:txBody>
          <a:bodyPr>
            <a:normAutofit fontScale="47500" lnSpcReduction="20000"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results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Model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 Approach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Model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Functions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Results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Ethical Considerations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Distribution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110061"/>
            <a:ext cx="6285333" cy="828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alt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0588" y="1222310"/>
            <a:ext cx="5159828" cy="494808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Protein–Protein Interactions (PPIs) are physical and functional associations between proteins that enable biological functions.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PPIs help proteins bind, communicate, and form complexes, playing a key role in cellular organization, signaling, and regulation.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PPIs can be transient (signaling interactions) or stable (structural complexes) and control the flow of information inside cells.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possible protein pairs is extremely large, making experimental validation alone impractical and time-consuming.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learn complex, nonlinear biological patterns, which are difficult to capture using traditional rule-based methods.</a:t>
            </a:r>
          </a:p>
          <a:p>
            <a:pPr lvl="0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approaches enable high-throughput, cost-effective prediction and help prioritize protein interactions for experimental validation.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Aft>
                  <a:spcPts val="600"/>
                </a:spcAft>
              </a:p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A8D7A-817F-4AF4-85A8-EA63F76EE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108" b="27942"/>
          <a:stretch/>
        </p:blipFill>
        <p:spPr>
          <a:xfrm>
            <a:off x="5342562" y="3903074"/>
            <a:ext cx="3729519" cy="218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1D683C-8291-A388-A7D6-EE5B1FB81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903" y="1137708"/>
            <a:ext cx="3562162" cy="275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0"/>
            <a:ext cx="5915025" cy="981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alt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7BA042F-CBE3-E0DA-C8CF-85338570F8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4466655"/>
              </p:ext>
            </p:extLst>
          </p:nvPr>
        </p:nvGraphicFramePr>
        <p:xfrm>
          <a:off x="628650" y="1222310"/>
          <a:ext cx="7886700" cy="49480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B4227-7660-D8D5-6762-FB7DFD3F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C4DDEA-BC1F-CCF7-F789-F506207F3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61" y="78684"/>
            <a:ext cx="7631772" cy="845932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071D00-BC67-DD28-8409-ABBCB99C6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576085"/>
              </p:ext>
            </p:extLst>
          </p:nvPr>
        </p:nvGraphicFramePr>
        <p:xfrm>
          <a:off x="493161" y="1137211"/>
          <a:ext cx="8022189" cy="52191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74063">
                  <a:extLst>
                    <a:ext uri="{9D8B030D-6E8A-4147-A177-3AD203B41FA5}">
                      <a16:colId xmlns:a16="http://schemas.microsoft.com/office/drawing/2014/main" val="1482189573"/>
                    </a:ext>
                  </a:extLst>
                </a:gridCol>
                <a:gridCol w="2674063">
                  <a:extLst>
                    <a:ext uri="{9D8B030D-6E8A-4147-A177-3AD203B41FA5}">
                      <a16:colId xmlns:a16="http://schemas.microsoft.com/office/drawing/2014/main" val="175288491"/>
                    </a:ext>
                  </a:extLst>
                </a:gridCol>
                <a:gridCol w="2674063">
                  <a:extLst>
                    <a:ext uri="{9D8B030D-6E8A-4147-A177-3AD203B41FA5}">
                      <a16:colId xmlns:a16="http://schemas.microsoft.com/office/drawing/2014/main" val="2549478824"/>
                    </a:ext>
                  </a:extLst>
                </a:gridCol>
              </a:tblGrid>
              <a:tr h="73858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1 (xCAPT5)</a:t>
                      </a:r>
                    </a:p>
                    <a:p>
                      <a:pPr algn="l"/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(Dang and Vu (2024))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2 (DL-PPI)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(Wu et al. (2023))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3 (DF-PPI)</a:t>
                      </a:r>
                    </a:p>
                    <a:p>
                      <a:pPr algn="l"/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(Tran et al. (2025))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859980"/>
                  </a:ext>
                </a:extLst>
              </a:tr>
              <a:tr h="427907"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Transformer-based (ProtT5)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Learns contextual &amp; evolutionary info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State-of-the-art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CNN (local patterns)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BiLSTM (sequence dependencies)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Learns from raw sequences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AAC, APAAC, LD + embeddings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Uses MLP-based fusion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accuracy (96–99%)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32955"/>
                  </a:ext>
                </a:extLst>
              </a:tr>
              <a:tr h="427907"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computational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Limited global biological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Limitation: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Manual 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175569"/>
                  </a:ext>
                </a:extLst>
              </a:tr>
              <a:tr h="427907">
                <a:tc gridSpan="3">
                  <a:txBody>
                    <a:bodyPr/>
                    <a:lstStyle/>
                    <a:p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Gap: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models focus on one aspect only → fusion OR deep learning OR language models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168702"/>
                  </a:ext>
                </a:extLst>
              </a:tr>
              <a:tr h="427907">
                <a:tc gridSpan="3">
                  <a:txBody>
                    <a:bodyPr/>
                    <a:lstStyle/>
                    <a:p>
                      <a:r>
                        <a:rPr lang="en-US" sz="18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Contribution: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 combining BiLSTM + CNN + Cross-attention + Fusion</a:t>
                      </a:r>
                    </a:p>
                    <a:p>
                      <a:r>
                        <a:rPr lang="en-US" sz="18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interpretability (hotspots, contact maps, networks)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84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617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A592D5E-3BD8-EC4C-BD33-D0A1D81B4F74}"/>
              </a:ext>
            </a:extLst>
          </p:cNvPr>
          <p:cNvSpPr txBox="1">
            <a:spLocks noChangeArrowheads="1"/>
          </p:cNvSpPr>
          <p:nvPr/>
        </p:nvSpPr>
        <p:spPr>
          <a:xfrm>
            <a:off x="544674" y="119392"/>
            <a:ext cx="6770526" cy="8195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altLang="en-US" sz="32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CEE227E-73B6-0EF9-37AB-17CFE3C0EB8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48684690"/>
              </p:ext>
            </p:extLst>
          </p:nvPr>
        </p:nvGraphicFramePr>
        <p:xfrm>
          <a:off x="552256" y="1139743"/>
          <a:ext cx="7963096" cy="503140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990774">
                  <a:extLst>
                    <a:ext uri="{9D8B030D-6E8A-4147-A177-3AD203B41FA5}">
                      <a16:colId xmlns:a16="http://schemas.microsoft.com/office/drawing/2014/main" val="3507681473"/>
                    </a:ext>
                  </a:extLst>
                </a:gridCol>
                <a:gridCol w="1990774">
                  <a:extLst>
                    <a:ext uri="{9D8B030D-6E8A-4147-A177-3AD203B41FA5}">
                      <a16:colId xmlns:a16="http://schemas.microsoft.com/office/drawing/2014/main" val="2354384873"/>
                    </a:ext>
                  </a:extLst>
                </a:gridCol>
                <a:gridCol w="1990774">
                  <a:extLst>
                    <a:ext uri="{9D8B030D-6E8A-4147-A177-3AD203B41FA5}">
                      <a16:colId xmlns:a16="http://schemas.microsoft.com/office/drawing/2014/main" val="3651600393"/>
                    </a:ext>
                  </a:extLst>
                </a:gridCol>
                <a:gridCol w="1990774">
                  <a:extLst>
                    <a:ext uri="{9D8B030D-6E8A-4147-A177-3AD203B41FA5}">
                      <a16:colId xmlns:a16="http://schemas.microsoft.com/office/drawing/2014/main" val="3828924460"/>
                    </a:ext>
                  </a:extLst>
                </a:gridCol>
              </a:tblGrid>
              <a:tr h="838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xCAPT5 (ProtT5)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DL-PPI (CNN + BiLSTM)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DF-PPI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3890038038"/>
                  </a:ext>
                </a:extLst>
              </a:tr>
              <a:tr h="479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90-95%+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85-92%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96-99% (Highest)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3056512479"/>
                  </a:ext>
                </a:extLst>
              </a:tr>
              <a:tr h="1197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Strategy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Pretrained embeddings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Sequence-only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 (handcrafted + embeddings)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2571294058"/>
                  </a:ext>
                </a:extLst>
              </a:tr>
              <a:tr h="838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 Understanding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(global context)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1821004347"/>
                  </a:ext>
                </a:extLst>
              </a:tr>
              <a:tr h="838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Strong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(cross-species)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708994257"/>
                  </a:ext>
                </a:extLst>
              </a:tr>
              <a:tr h="838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Cost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82777" marR="82777" marT="41388" marB="4138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82777" marR="82777" marT="41388" marB="41388" anchor="ctr"/>
                </a:tc>
                <a:extLst>
                  <a:ext uri="{0D108BD9-81ED-4DB2-BD59-A6C34878D82A}">
                    <a16:rowId xmlns:a16="http://schemas.microsoft.com/office/drawing/2014/main" val="2434108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6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74AB1-6C41-6706-7F14-17E74089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67D2FF-A1F5-EFCE-4534-BEEB6401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8137"/>
            <a:ext cx="7886700" cy="103519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EA7CD-2B5B-6724-E609-42E5D350A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1217" y="1082351"/>
            <a:ext cx="8518848" cy="536510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a Siamese-inspired Hybrid Deep Learning Network that integrates Bidirectional LSTMs for long-range sequence context with a Multi-Kernel CNN block (3, 5, 7) to extract multi-scale structural motifs, utilizing a cross-attention mechanism and gated fusion to model the intricate interfacial dynamics between two protein sequences.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Benefit of Our Proposed Approach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protein pairs through identical parallel branches using a 128-dimensional embedding layer to map complex biochemical relationships.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 Bidirectional LSTMs to capture long-range sequence dependencies with a Multi-Kernel Inception CNN(sizes 3, 5, 7) to detect local functional motifs.</a:t>
            </a:r>
          </a:p>
          <a:p>
            <a:pPr algn="just"/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soft-attention layer that allows residues in one protein to "attend" to the other, identifying specific binding sites through inter-sequence correlation.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Global Max/Average pooling with a gated MLP that calculates element-wise differences and products to learn the most significant interaction signals.</a:t>
            </a:r>
          </a:p>
          <a:p>
            <a:pPr algn="just"/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Beyond prediction, the model enables In-silico Alanine Scanning and Residue Contact Mapping to visualize physical binding interfaces and "hot-spot" residues.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2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08E130-BE24-7C6D-F7EF-42EECD92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ABA97C-D6C9-FAFE-6ADD-B76527A1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6222935" cy="7262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FF9D7C-E67B-3E2B-2E5B-D106EEB25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286609"/>
              </p:ext>
            </p:extLst>
          </p:nvPr>
        </p:nvGraphicFramePr>
        <p:xfrm>
          <a:off x="503852" y="1371599"/>
          <a:ext cx="8011498" cy="470263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3359021">
                  <a:extLst>
                    <a:ext uri="{9D8B030D-6E8A-4147-A177-3AD203B41FA5}">
                      <a16:colId xmlns:a16="http://schemas.microsoft.com/office/drawing/2014/main" val="1477801472"/>
                    </a:ext>
                  </a:extLst>
                </a:gridCol>
                <a:gridCol w="4652477">
                  <a:extLst>
                    <a:ext uri="{9D8B030D-6E8A-4147-A177-3AD203B41FA5}">
                      <a16:colId xmlns:a16="http://schemas.microsoft.com/office/drawing/2014/main" val="14824593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907429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Type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Protein-Protein Interaction (PPI)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9815349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(Positive &amp; Negative protein pairs)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55671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Identity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(H. sapiens)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522117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protein sequences (P1, P2)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778873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Label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= Interaction, 0 = No Interaction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519288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Amino Acids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standard amino acids</a:t>
                      </a:r>
                      <a:endParaRPr lang="en-US" sz="20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784444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Balance</a:t>
                      </a:r>
                      <a:endParaRPr lang="en-US" sz="20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dataset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51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34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552A-8DC8-A441-9629-4D1DDAC44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28713"/>
            <a:ext cx="7942659" cy="4978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F2A8B2-78A4-D64F-81E1-A72FF0360AB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ALGORITHM/APPROACH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CE5AC78-21EE-1B49-86B8-82403625B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682838"/>
              </p:ext>
            </p:extLst>
          </p:nvPr>
        </p:nvGraphicFramePr>
        <p:xfrm>
          <a:off x="628651" y="1128713"/>
          <a:ext cx="7885509" cy="4978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B155-6487-4447-8843-7619D69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02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C134-C751-57FB-4E4F-9F1532C4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F8D428-D4C0-8933-2939-CFA34A7D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BD5AAE-AC6F-F266-D332-D4975B30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8137"/>
            <a:ext cx="7886700" cy="103519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EE333-FA6A-3571-7303-AAC9D7F1BB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40" y="1098830"/>
            <a:ext cx="8334610" cy="52575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41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243-A18A-35B6-D033-8D448ACC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8404ED-F89E-A70A-6E14-EB7A12D2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B83D11-972C-F7C1-FE32-9D97718B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8137"/>
            <a:ext cx="7886700" cy="103519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FUNTIONS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7E10-1B1F-021B-07E0-524B2462F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1217" y="1082351"/>
            <a:ext cx="8518848" cy="53651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Dual-Path Encoding: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transforms raw sequences into 128-D embeddings, utilizing Bidirectional LSTMs to capture long-range global dependencies and AAC vectors to incorporate essential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physico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-chemical composition data.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Motif Detection: 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specialized Inception-style CNN block uses parallel kernels (sizes 3, 5, and 7) alongside Global Max and Average Pooling to simultaneously detect local functional patterns and structural motifs of varying lengths.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Inter-Sequence Cross-Attention: 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physical binding, a soft-attention mechanism aligns both protein branches, calculating mutual interactions to identify specific residue-residue pairs that contribute to the interface.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Gated Fusion: 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features are merged via logical operations (Concatenation, Multiplication, and Subtraction), while a Sigmoid gating mechanism filters out noise and prioritizes the most significant interaction signals.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Probabilistic Prediction: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interaction score is generated through a high-capacity Dense MLP (256 units), using Batch Normalization and 0.5 Dropout to ensure high generalization and prevent overfitting during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64446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94F1-61E0-1BD7-9D04-0E3ECD77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E321A4-489B-DE8D-41F9-82A2B9E5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5A6385-4477-A2F7-4236-161B1C8F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5774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OBTAINED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8B9C2-7FBE-48F3-5A3F-CE5BB4BE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4" y="1315617"/>
            <a:ext cx="8286789" cy="420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71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5098-024D-489D-3D26-021B219D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A3A2DD-D16E-F640-F6F9-83DAEC23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517428-E2D6-188B-AABB-CF902CD74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0" y="1604864"/>
            <a:ext cx="3943712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7EAE31-4090-CDAC-A726-0CB183D19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561" y="1686507"/>
            <a:ext cx="3937342" cy="32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28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62065D-1641-3A2B-D336-DDD8221A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F8CDD6-09CA-43D9-E993-1FCC8C6B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68" y="910495"/>
            <a:ext cx="4519520" cy="2912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86D705-F12B-72AC-D62B-A2E9E1E1E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33" y="990611"/>
            <a:ext cx="4269918" cy="2832638"/>
          </a:xfrm>
          <a:prstGeom prst="rect">
            <a:avLst/>
          </a:prstGeom>
        </p:spPr>
      </p:pic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BAFD8E5A-C61C-38FA-73F0-0C06F1B2EE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979167" y="3903365"/>
            <a:ext cx="4440291" cy="271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4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1A54-0486-0526-5625-EF9D7E73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C8E5A6-52D3-F07E-0EA4-18CD0B96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F8FD534-08EB-E6D4-AAAE-9400E2FED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1" y="1784081"/>
            <a:ext cx="8814160" cy="32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19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8BA69-8350-96DF-57B8-55B4A2DF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84A85B-26F3-8190-E5E6-C81C5517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47512-B87A-2E34-6A7E-FEC44405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39" y="998376"/>
            <a:ext cx="7725747" cy="557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16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B81F8-0768-4973-B1B1-77582F1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F9F8F-9877-1243-BF92-74D8C3F1781F}"/>
              </a:ext>
            </a:extLst>
          </p:cNvPr>
          <p:cNvSpPr txBox="1">
            <a:spLocks noChangeArrowheads="1"/>
          </p:cNvSpPr>
          <p:nvPr/>
        </p:nvSpPr>
        <p:spPr>
          <a:xfrm>
            <a:off x="465365" y="-13843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77">
              <a:spcAft>
                <a:spcPts val="600"/>
              </a:spcAft>
            </a:pPr>
            <a:r>
              <a:rPr 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ETHICAL CONSIDERATIONS</a:t>
            </a:r>
            <a:endParaRPr lang="en-US" altLang="en-US" sz="2800" b="1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ext Placeholder 3">
            <a:extLst>
              <a:ext uri="{FF2B5EF4-FFF2-40B4-BE49-F238E27FC236}">
                <a16:creationId xmlns:a16="http://schemas.microsoft.com/office/drawing/2014/main" id="{660E5FA5-875E-1A76-31C0-A404D37B0D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888702"/>
              </p:ext>
            </p:extLst>
          </p:nvPr>
        </p:nvGraphicFramePr>
        <p:xfrm>
          <a:off x="465365" y="1315092"/>
          <a:ext cx="7886700" cy="5041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8979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6207839-FAB5-C647-B752-1E110BE99279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DISTRIBUTION</a:t>
            </a:r>
            <a:endParaRPr lang="en-US" altLang="en-US" sz="2800" b="1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983C01-31BA-FDBA-3A8C-98ADFBB1E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881091"/>
              </p:ext>
            </p:extLst>
          </p:nvPr>
        </p:nvGraphicFramePr>
        <p:xfrm>
          <a:off x="285751" y="1190626"/>
          <a:ext cx="8467724" cy="5165725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828576">
                  <a:extLst>
                    <a:ext uri="{9D8B030D-6E8A-4147-A177-3AD203B41FA5}">
                      <a16:colId xmlns:a16="http://schemas.microsoft.com/office/drawing/2014/main" val="1468301783"/>
                    </a:ext>
                  </a:extLst>
                </a:gridCol>
                <a:gridCol w="2022787">
                  <a:extLst>
                    <a:ext uri="{9D8B030D-6E8A-4147-A177-3AD203B41FA5}">
                      <a16:colId xmlns:a16="http://schemas.microsoft.com/office/drawing/2014/main" val="2278126669"/>
                    </a:ext>
                  </a:extLst>
                </a:gridCol>
                <a:gridCol w="4616361">
                  <a:extLst>
                    <a:ext uri="{9D8B030D-6E8A-4147-A177-3AD203B41FA5}">
                      <a16:colId xmlns:a16="http://schemas.microsoft.com/office/drawing/2014/main" val="1770928502"/>
                    </a:ext>
                  </a:extLst>
                </a:gridCol>
              </a:tblGrid>
              <a:tr h="364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Responsibilities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4024223909"/>
                  </a:ext>
                </a:extLst>
              </a:tr>
              <a:tr h="170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Kavisha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Biological Analysis Lead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review, feature justification, interpretation of results, biological relevance &amp; drug discovery insights, all documentation part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179959050"/>
                  </a:ext>
                </a:extLst>
              </a:tr>
              <a:tr h="170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Ujas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 Lead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Designing model architecture (BiLSTM, CNN, attention), implementing deep learning pipeline, training strategy, optimization and hyperparameter tuning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404751954"/>
                  </a:ext>
                </a:extLst>
              </a:tr>
              <a:tr h="1400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&amp; Analysis Lead</a:t>
                      </a:r>
                    </a:p>
                  </a:txBody>
                  <a:tcPr marL="42246" marR="42246" marT="21123" marB="211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 (Accuracy, F1, AUC, MCC), visualization (confusion matrix, curves), advanced analysis (mutation study, network reconstruction)</a:t>
                      </a:r>
                    </a:p>
                  </a:txBody>
                  <a:tcPr marL="42246" marR="42246" marT="21123" marB="21123" anchor="ctr"/>
                </a:tc>
                <a:extLst>
                  <a:ext uri="{0D108BD9-81ED-4DB2-BD59-A6C34878D82A}">
                    <a16:rowId xmlns:a16="http://schemas.microsoft.com/office/drawing/2014/main" val="229971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1B7E36A-E709-2A49-87DB-0514E99099B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D95AC-7C9F-4104-805C-0291CA50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51011B0-6E38-7C4E-3667-C963678F540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28650" y="1199723"/>
            <a:ext cx="7886700" cy="4914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high-performance Siamese hybrid deep learning architecture designed specifically for robust and scalable Protein-Protein Interaction (PPI) prediction.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Bidirectional LSTMs and Multi-kernel Inception CNNs to capture both long-range sequence dependencies and local structural motifs.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dynamic cross-attention and gated collaborative fusion to accurately model the complex mutual interaction dynamics between protein pairs.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exceptional predictive performance across multiple validation benchmarks, including high Accuracy, F1-Score, and ROC-AUC metrics.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advanced biological interpretability through automated residue-level contact mapping, alanine scanning hotspot detection, and interactome network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111075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6BF1-8FBE-7AD8-8077-D427D02C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7358490-A3C1-E687-78BA-162CA9D5AFF1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3FBDD-1E50-BFB9-AC66-E2BAC29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7DC041-BF89-45A7-FDEA-D1A5BC07B06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28650" y="1276667"/>
            <a:ext cx="7886700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3D Structural Data: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Incorporate AlphaFold-predicted PDB structures or contact maps to transition from 1D sequence-based analysis to 3D spatial interaction modeling.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Multi-Omics Data Fusion: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Expand the model to include genomic, transcriptomic, and clinical data to predict how mutations or environmental factors alter protein-protein interactomes.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with Protein LMs: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Fine-tune the architecture using massive pre-trained Protein Language Models (like ESM-2 or ProtT5) to improve performance on low-data or "orphan" protein pairs.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 Drug-Target Discovery: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Adapt the model for virtual screening to predict how small molecules or peptides can competitively inhibit specific protein-protein interfaces.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Interactome Scalability: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Optimize the inference engine to enable the rapid reconstruction of whole-organism interactomes, facilitating the discovery of entire biological pathways in seconds.</a:t>
            </a:r>
          </a:p>
        </p:txBody>
      </p:sp>
    </p:spTree>
    <p:extLst>
      <p:ext uri="{BB962C8B-B14F-4D97-AF65-F5344CB8AC3E}">
        <p14:creationId xmlns:p14="http://schemas.microsoft.com/office/powerpoint/2010/main" val="3296327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08295"/>
            <a:ext cx="7886700" cy="4862099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H. Dang and T. A. Vu, “xCAPT5: protein–protein interaction prediction using deep and wide multi-kernel pooling convolutional neural networks with protein language model,” BMC Bioinformatics 2024 25:1, vol. 25, no. 1, pp. 106-, Mar. 2024,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10.1186/s12859-024-05725-6.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Madani et al., “ProGen: Language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Protein Generation,” Mar. 2020, Accessed: Feb. 25, 2026. [Online]. Available: http://arxiv.org/abs/2004.03497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Yang, Y. Wang, and Y. Wang, “Deep learning-driven protein structure prediction and design: Key model developments by Nobel laureates and multi-domain applications,”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Biophys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Rev., vol. 7, no. 1, Mar. 2026,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10.1063/5.0273394.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Du, S. Sun, C. Hu, Y. Yao, Y. Yan, and Y. Zhang, “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DeepPPI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Boosting Prediction of Protein-Protein Interactions with Deep Neural Networks,” J. Chem. Inf. Model., vol. 57, no. 6, pp. 1499–1510, Jun. 2017,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10.1021/acs.jcim.7b00028.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N. Tran, P. X. Q. Nguyen, F. Guo, and J. Wang, “Prediction of Protein–Protein Interactions Based on Integrating Deep Learning and Feature Fusion,” Int. J. Mol. Sci., vol. 25, no. 11, p. 5820, Jun. 2024,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10.3390/ijms25115820.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</TotalTime>
  <Words>1701</Words>
  <Application>Microsoft Macintosh PowerPoint</Application>
  <PresentationFormat>On-screen Show (4:3)</PresentationFormat>
  <Paragraphs>200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LITERATURE REVIEW</vt:lpstr>
      <vt:lpstr>PowerPoint Presentation</vt:lpstr>
      <vt:lpstr>OUR MODEL</vt:lpstr>
      <vt:lpstr>DATASET DESCRIPTION</vt:lpstr>
      <vt:lpstr>PowerPoint Presentation</vt:lpstr>
      <vt:lpstr>ARCHITECTURE OF MODEL</vt:lpstr>
      <vt:lpstr>UNDERSTANDING THE FUNTIONS</vt:lpstr>
      <vt:lpstr>OBTAINED 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Ujas Vijaykumar Patel</cp:lastModifiedBy>
  <cp:revision>161</cp:revision>
  <dcterms:created xsi:type="dcterms:W3CDTF">2020-12-17T21:21:33Z</dcterms:created>
  <dcterms:modified xsi:type="dcterms:W3CDTF">2026-05-01T13:17:35Z</dcterms:modified>
</cp:coreProperties>
</file>